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62" r:id="rId7"/>
    <p:sldMasterId id="2147483664" r:id="rId8"/>
    <p:sldMasterId id="2147483676" r:id="rId9"/>
    <p:sldMasterId id="2147483688" r:id="rId10"/>
    <p:sldMasterId id="2147483689" r:id="rId11"/>
    <p:sldMasterId id="2147483691" r:id="rId12"/>
    <p:sldMasterId id="2147483693" r:id="rId13"/>
    <p:sldMasterId id="2147483695" r:id="rId14"/>
    <p:sldMasterId id="2147483697" r:id="rId15"/>
    <p:sldMasterId id="2147483699" r:id="rId16"/>
    <p:sldMasterId id="2147483701" r:id="rId17"/>
    <p:sldMasterId id="2147483703" r:id="rId18"/>
    <p:sldMasterId id="2147483705" r:id="rId19"/>
    <p:sldMasterId id="2147483707" r:id="rId20"/>
  </p:sldMasterIdLst>
  <p:notesMasterIdLst>
    <p:notesMasterId r:id="rId21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</p:sldIdLst>
  <p:sldSz cy="6858000" cx="9144000"/>
  <p:notesSz cx="6997700" cy="9283700"/>
  <p:embeddedFontLst>
    <p:embeddedFont>
      <p:font typeface="Noto Sans Symbols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24">
          <p15:clr>
            <a:srgbClr val="000000"/>
          </p15:clr>
        </p15:guide>
        <p15:guide id="2" pos="2204">
          <p15:clr>
            <a:srgbClr val="000000"/>
          </p15:clr>
        </p15:guide>
      </p15:notesGuideLst>
    </p:ext>
    <p:ext uri="GoogleSlidesCustomDataVersion2">
      <go:slidesCustomData xmlns:go="http://customooxmlschemas.google.com/" r:id="rId49" roundtripDataSignature="AMtx7mjc+bHJh7RkW23zch0maGI0XAZ6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3D59F-77F1-4BEA-9C9A-EAD47C6DA4B5}">
  <a:tblStyle styleId="{B8E3D59F-77F1-4BEA-9C9A-EAD47C6DA4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4" orient="horz"/>
        <p:guide pos="22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19.xml"/><Relationship Id="rId42" Type="http://schemas.openxmlformats.org/officeDocument/2006/relationships/slide" Target="slides/slide21.xml"/><Relationship Id="rId41" Type="http://schemas.openxmlformats.org/officeDocument/2006/relationships/slide" Target="slides/slide20.xml"/><Relationship Id="rId44" Type="http://schemas.openxmlformats.org/officeDocument/2006/relationships/slide" Target="slides/slide23.xml"/><Relationship Id="rId43" Type="http://schemas.openxmlformats.org/officeDocument/2006/relationships/slide" Target="slides/slide22.xml"/><Relationship Id="rId46" Type="http://schemas.openxmlformats.org/officeDocument/2006/relationships/slide" Target="slides/slide25.xml"/><Relationship Id="rId45" Type="http://schemas.openxmlformats.org/officeDocument/2006/relationships/slide" Target="slides/slide2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NotoSansSymbols-bold.fntdata"/><Relationship Id="rId47" Type="http://schemas.openxmlformats.org/officeDocument/2006/relationships/font" Target="fonts/NotoSansSymbols-regular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0.xml"/><Relationship Id="rId30" Type="http://schemas.openxmlformats.org/officeDocument/2006/relationships/slide" Target="slides/slide9.xml"/><Relationship Id="rId33" Type="http://schemas.openxmlformats.org/officeDocument/2006/relationships/slide" Target="slides/slide12.xml"/><Relationship Id="rId32" Type="http://schemas.openxmlformats.org/officeDocument/2006/relationships/slide" Target="slides/slide11.xml"/><Relationship Id="rId35" Type="http://schemas.openxmlformats.org/officeDocument/2006/relationships/slide" Target="slides/slide14.xml"/><Relationship Id="rId34" Type="http://schemas.openxmlformats.org/officeDocument/2006/relationships/slide" Target="slides/slide13.xml"/><Relationship Id="rId37" Type="http://schemas.openxmlformats.org/officeDocument/2006/relationships/slide" Target="slides/slide16.xml"/><Relationship Id="rId36" Type="http://schemas.openxmlformats.org/officeDocument/2006/relationships/slide" Target="slides/slide15.xml"/><Relationship Id="rId39" Type="http://schemas.openxmlformats.org/officeDocument/2006/relationships/slide" Target="slides/slide18.xml"/><Relationship Id="rId38" Type="http://schemas.openxmlformats.org/officeDocument/2006/relationships/slide" Target="slides/slide17.xml"/><Relationship Id="rId20" Type="http://schemas.openxmlformats.org/officeDocument/2006/relationships/slideMaster" Target="slideMasters/slideMaster16.xml"/><Relationship Id="rId22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29" Type="http://schemas.openxmlformats.org/officeDocument/2006/relationships/slide" Target="slides/slide8.xml"/><Relationship Id="rId11" Type="http://schemas.openxmlformats.org/officeDocument/2006/relationships/slideMaster" Target="slideMasters/slideMaster7.xml"/><Relationship Id="rId10" Type="http://schemas.openxmlformats.org/officeDocument/2006/relationships/slideMaster" Target="slideMasters/slideMaster6.xml"/><Relationship Id="rId13" Type="http://schemas.openxmlformats.org/officeDocument/2006/relationships/slideMaster" Target="slideMasters/slideMaster9.xml"/><Relationship Id="rId12" Type="http://schemas.openxmlformats.org/officeDocument/2006/relationships/slideMaster" Target="slideMasters/slideMaster8.xml"/><Relationship Id="rId15" Type="http://schemas.openxmlformats.org/officeDocument/2006/relationships/slideMaster" Target="slideMasters/slideMaster11.xml"/><Relationship Id="rId14" Type="http://schemas.openxmlformats.org/officeDocument/2006/relationships/slideMaster" Target="slideMasters/slideMaster10.xml"/><Relationship Id="rId17" Type="http://schemas.openxmlformats.org/officeDocument/2006/relationships/slideMaster" Target="slideMasters/slideMaster13.xml"/><Relationship Id="rId16" Type="http://schemas.openxmlformats.org/officeDocument/2006/relationships/slideMaster" Target="slideMasters/slideMaster12.xml"/><Relationship Id="rId19" Type="http://schemas.openxmlformats.org/officeDocument/2006/relationships/slideMaster" Target="slideMasters/slideMaster15.xml"/><Relationship Id="rId18" Type="http://schemas.openxmlformats.org/officeDocument/2006/relationships/slideMaster" Target="slideMasters/slideMaster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-1587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987" y="-1587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8562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525" lIns="93500" spcFirstLastPara="1" rIns="93500" wrap="square" tIns="47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987" y="8818562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525" lIns="93500" spcFirstLastPara="1" rIns="93500" wrap="square" tIns="47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/>
          <p:nvPr/>
        </p:nvSpPr>
        <p:spPr>
          <a:xfrm>
            <a:off x="3963987" y="8818562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525" lIns="93500" spcFirstLastPara="1" rIns="93500" wrap="square" tIns="47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2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3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4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5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6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7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8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9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0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11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12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p13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4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14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14:notes"/>
          <p:cNvSpPr txBox="1"/>
          <p:nvPr/>
        </p:nvSpPr>
        <p:spPr>
          <a:xfrm>
            <a:off x="3963987" y="8818562"/>
            <a:ext cx="3033712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525" lIns="93500" spcFirstLastPara="1" rIns="93500" wrap="square" tIns="47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5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15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16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7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4" name="Google Shape;714;p17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8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p18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9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p19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0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6" name="Google Shape;856;p20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1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p21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2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8" name="Google Shape;1018;p22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3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9" name="Google Shape;1099;p23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4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7" name="Google Shape;1147;p24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25:notes"/>
          <p:cNvSpPr txBox="1"/>
          <p:nvPr>
            <p:ph idx="1" type="body"/>
          </p:nvPr>
        </p:nvSpPr>
        <p:spPr>
          <a:xfrm>
            <a:off x="933450" y="4410075"/>
            <a:ext cx="51308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25" lIns="93500" spcFirstLastPara="1" rIns="93500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7" name="Google Shape;1157;p25:notes"/>
          <p:cNvSpPr/>
          <p:nvPr>
            <p:ph idx="2" type="sldImg"/>
          </p:nvPr>
        </p:nvSpPr>
        <p:spPr>
          <a:xfrm>
            <a:off x="1179512" y="696912"/>
            <a:ext cx="4640262" cy="347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title"/>
          </p:nvPr>
        </p:nvSpPr>
        <p:spPr>
          <a:xfrm rot="5400000">
            <a:off x="4900613" y="2224087"/>
            <a:ext cx="64674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" type="body"/>
          </p:nvPr>
        </p:nvSpPr>
        <p:spPr>
          <a:xfrm rot="5400000">
            <a:off x="785813" y="280987"/>
            <a:ext cx="6467475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" type="body"/>
          </p:nvPr>
        </p:nvSpPr>
        <p:spPr>
          <a:xfrm rot="5400000">
            <a:off x="2443163" y="-233363"/>
            <a:ext cx="5324475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14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28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33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89000"/>
              </a:lnSpc>
              <a:spcBef>
                <a:spcPts val="320"/>
              </a:spcBef>
              <a:spcAft>
                <a:spcPts val="0"/>
              </a:spcAft>
              <a:buSzPts val="2400"/>
              <a:buChar char="?"/>
              <a:defRPr sz="3200"/>
            </a:lvl1pPr>
            <a:lvl2pPr indent="-351282" lvl="1" marL="91440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Char char="❑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Char char="⮚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32" name="Google Shape;32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14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28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33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7" name="Google Shape;37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Char char="?"/>
              <a:defRPr sz="2400"/>
            </a:lvl1pPr>
            <a:lvl2pPr indent="-31623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38" name="Google Shape;38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Char char="?"/>
              <a:defRPr sz="2400"/>
            </a:lvl1pPr>
            <a:lvl2pPr indent="-31623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1066800" y="1143000"/>
            <a:ext cx="39624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Char char="?"/>
              <a:defRPr sz="2800"/>
            </a:lvl1pPr>
            <a:lvl2pPr indent="-333756" lvl="1" marL="9144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56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Char char="⮚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5181600" y="1143000"/>
            <a:ext cx="39624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Char char="?"/>
              <a:defRPr sz="2800"/>
            </a:lvl1pPr>
            <a:lvl2pPr indent="-333756" lvl="1" marL="9144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56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Char char="⮚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3300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5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/>
          <p:nvPr>
            <p:ph type="title"/>
          </p:nvPr>
        </p:nvSpPr>
        <p:spPr>
          <a:xfrm>
            <a:off x="304800" y="228600"/>
            <a:ext cx="8594725" cy="639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4" name="Google Shape;84;p36"/>
          <p:cNvSpPr txBox="1"/>
          <p:nvPr>
            <p:ph idx="2" type="body"/>
          </p:nvPr>
        </p:nvSpPr>
        <p:spPr>
          <a:xfrm>
            <a:off x="4838700" y="1066800"/>
            <a:ext cx="4152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3" type="body"/>
          </p:nvPr>
        </p:nvSpPr>
        <p:spPr>
          <a:xfrm>
            <a:off x="4838700" y="3962400"/>
            <a:ext cx="4152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8"/>
          <p:cNvSpPr txBox="1"/>
          <p:nvPr>
            <p:ph type="title"/>
          </p:nvPr>
        </p:nvSpPr>
        <p:spPr>
          <a:xfrm rot="5400000">
            <a:off x="4667250" y="2381250"/>
            <a:ext cx="64770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8"/>
          <p:cNvSpPr txBox="1"/>
          <p:nvPr>
            <p:ph idx="1" type="body"/>
          </p:nvPr>
        </p:nvSpPr>
        <p:spPr>
          <a:xfrm rot="5400000">
            <a:off x="247650" y="285750"/>
            <a:ext cx="6477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9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9"/>
          <p:cNvSpPr txBox="1"/>
          <p:nvPr>
            <p:ph idx="1" type="body"/>
          </p:nvPr>
        </p:nvSpPr>
        <p:spPr>
          <a:xfrm rot="5400000">
            <a:off x="1943100" y="-342900"/>
            <a:ext cx="5638800" cy="8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5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99" name="Google Shape;99;p5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05" name="Google Shape;105;p5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5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4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4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110" name="Google Shape;110;p54"/>
          <p:cNvSpPr txBox="1"/>
          <p:nvPr>
            <p:ph idx="2" type="body"/>
          </p:nvPr>
        </p:nvSpPr>
        <p:spPr>
          <a:xfrm>
            <a:off x="48387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8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6"/>
          <p:cNvSpPr txBox="1"/>
          <p:nvPr>
            <p:ph type="title"/>
          </p:nvPr>
        </p:nvSpPr>
        <p:spPr>
          <a:xfrm rot="5400000">
            <a:off x="4900613" y="2224087"/>
            <a:ext cx="64674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6"/>
          <p:cNvSpPr txBox="1"/>
          <p:nvPr>
            <p:ph idx="1" type="body"/>
          </p:nvPr>
        </p:nvSpPr>
        <p:spPr>
          <a:xfrm rot="5400000">
            <a:off x="785813" y="280987"/>
            <a:ext cx="6467475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7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7"/>
          <p:cNvSpPr txBox="1"/>
          <p:nvPr>
            <p:ph idx="1" type="body"/>
          </p:nvPr>
        </p:nvSpPr>
        <p:spPr>
          <a:xfrm rot="5400000">
            <a:off x="2443163" y="-233363"/>
            <a:ext cx="5324475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5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14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28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33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89000"/>
              </a:lnSpc>
              <a:spcBef>
                <a:spcPts val="320"/>
              </a:spcBef>
              <a:spcAft>
                <a:spcPts val="0"/>
              </a:spcAft>
              <a:buSzPts val="2400"/>
              <a:buChar char="?"/>
              <a:defRPr sz="3200"/>
            </a:lvl1pPr>
            <a:lvl2pPr indent="-351282" lvl="1" marL="91440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Char char="❑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Char char="⮚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134" name="Google Shape;134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14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28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33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39" name="Google Shape;139;p6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Char char="?"/>
              <a:defRPr sz="2400"/>
            </a:lvl1pPr>
            <a:lvl2pPr indent="-31623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140" name="Google Shape;140;p6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41" name="Google Shape;141;p6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89000"/>
              </a:lnSpc>
              <a:spcBef>
                <a:spcPts val="240"/>
              </a:spcBef>
              <a:spcAft>
                <a:spcPts val="0"/>
              </a:spcAft>
              <a:buSzPts val="1800"/>
              <a:buChar char="?"/>
              <a:defRPr sz="2400"/>
            </a:lvl1pPr>
            <a:lvl2pPr indent="-316230" lvl="1" marL="9144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80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2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2"/>
          <p:cNvSpPr txBox="1"/>
          <p:nvPr>
            <p:ph idx="1" type="body"/>
          </p:nvPr>
        </p:nvSpPr>
        <p:spPr>
          <a:xfrm>
            <a:off x="1066800" y="1143000"/>
            <a:ext cx="39624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Char char="?"/>
              <a:defRPr sz="2800"/>
            </a:lvl1pPr>
            <a:lvl2pPr indent="-333756" lvl="1" marL="9144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56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Char char="⮚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45" name="Google Shape;145;p62"/>
          <p:cNvSpPr txBox="1"/>
          <p:nvPr>
            <p:ph idx="2" type="body"/>
          </p:nvPr>
        </p:nvSpPr>
        <p:spPr>
          <a:xfrm>
            <a:off x="5181600" y="1143000"/>
            <a:ext cx="39624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Char char="?"/>
              <a:defRPr sz="2800"/>
            </a:lvl1pPr>
            <a:lvl2pPr indent="-333756" lvl="1" marL="9144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56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3300"/>
              </a:buClr>
              <a:buSzPts val="2000"/>
              <a:buChar char="⮚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89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3300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4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64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lnSpc>
                <a:spcPct val="89000"/>
              </a:lnSpc>
              <a:spcBef>
                <a:spcPts val="180"/>
              </a:spcBef>
              <a:spcAft>
                <a:spcPts val="0"/>
              </a:spcAft>
              <a:buSzPts val="1350"/>
              <a:buChar char="?"/>
              <a:defRPr/>
            </a:lvl1pPr>
            <a:lvl2pPr indent="-307467" lvl="1" marL="9144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42"/>
              <a:buChar char="❑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3300"/>
              </a:buClr>
              <a:buSzPts val="1800"/>
              <a:buChar char="⮚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70" name="Google Shape;170;p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0"/>
          <p:cNvSpPr txBox="1"/>
          <p:nvPr>
            <p:ph type="ctrTitle"/>
          </p:nvPr>
        </p:nvSpPr>
        <p:spPr>
          <a:xfrm>
            <a:off x="1828800" y="1524000"/>
            <a:ext cx="6096000" cy="1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70"/>
          <p:cNvSpPr txBox="1"/>
          <p:nvPr>
            <p:ph idx="1" type="subTitle"/>
          </p:nvPr>
        </p:nvSpPr>
        <p:spPr>
          <a:xfrm>
            <a:off x="1910862" y="4076700"/>
            <a:ext cx="5861538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70"/>
          <p:cNvSpPr txBox="1"/>
          <p:nvPr>
            <p:ph idx="10" type="dt"/>
          </p:nvPr>
        </p:nvSpPr>
        <p:spPr>
          <a:xfrm>
            <a:off x="1143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70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7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2"/>
          <p:cNvSpPr txBox="1"/>
          <p:nvPr>
            <p:ph type="title"/>
          </p:nvPr>
        </p:nvSpPr>
        <p:spPr>
          <a:xfrm>
            <a:off x="624254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53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72"/>
          <p:cNvSpPr txBox="1"/>
          <p:nvPr>
            <p:ph idx="1" type="body"/>
          </p:nvPr>
        </p:nvSpPr>
        <p:spPr>
          <a:xfrm>
            <a:off x="624254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6F634A"/>
              </a:buClr>
              <a:buSzPts val="2215"/>
              <a:buFont typeface="Arial"/>
              <a:buNone/>
              <a:defRPr sz="2215"/>
            </a:lvl1pPr>
            <a:lvl2pPr indent="-228600" lvl="1" marL="914400" algn="l">
              <a:lnSpc>
                <a:spcPct val="100000"/>
              </a:lnSpc>
              <a:spcBef>
                <a:spcPts val="369"/>
              </a:spcBef>
              <a:spcAft>
                <a:spcPts val="0"/>
              </a:spcAft>
              <a:buClr>
                <a:srgbClr val="6F634A"/>
              </a:buClr>
              <a:buSzPts val="1846"/>
              <a:buFont typeface="Arial"/>
              <a:buNone/>
              <a:defRPr sz="1845"/>
            </a:lvl2pPr>
            <a:lvl3pPr indent="-228600" lvl="2" marL="1371600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rgbClr val="6F634A"/>
              </a:buClr>
              <a:buSzPts val="1662"/>
              <a:buFont typeface="Arial"/>
              <a:buNone/>
              <a:defRPr sz="1662"/>
            </a:lvl3pPr>
            <a:lvl4pPr indent="-228600" lvl="3" marL="18288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sz="1477"/>
            </a:lvl4pPr>
            <a:lvl5pPr indent="-228600" lvl="4" marL="22860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sz="1477"/>
            </a:lvl5pPr>
            <a:lvl6pPr indent="-2286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sz="1477"/>
            </a:lvl6pPr>
            <a:lvl7pPr indent="-2286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sz="1477"/>
            </a:lvl7pPr>
            <a:lvl8pPr indent="-2286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sz="1477"/>
            </a:lvl8pPr>
            <a:lvl9pPr indent="-2286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sz="1477"/>
            </a:lvl9pPr>
          </a:lstStyle>
          <a:p/>
        </p:txBody>
      </p:sp>
      <p:sp>
        <p:nvSpPr>
          <p:cNvPr id="194" name="Google Shape;194;p72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72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72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4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74"/>
          <p:cNvSpPr txBox="1"/>
          <p:nvPr>
            <p:ph idx="1" type="body"/>
          </p:nvPr>
        </p:nvSpPr>
        <p:spPr>
          <a:xfrm>
            <a:off x="1524000" y="2514600"/>
            <a:ext cx="3587262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74"/>
          <p:cNvSpPr txBox="1"/>
          <p:nvPr>
            <p:ph idx="2" type="body"/>
          </p:nvPr>
        </p:nvSpPr>
        <p:spPr>
          <a:xfrm>
            <a:off x="5251938" y="2514600"/>
            <a:ext cx="3587262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74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74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74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6"/>
          <p:cNvSpPr txBox="1"/>
          <p:nvPr>
            <p:ph type="title"/>
          </p:nvPr>
        </p:nvSpPr>
        <p:spPr>
          <a:xfrm>
            <a:off x="630116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76"/>
          <p:cNvSpPr txBox="1"/>
          <p:nvPr>
            <p:ph idx="1" type="body"/>
          </p:nvPr>
        </p:nvSpPr>
        <p:spPr>
          <a:xfrm>
            <a:off x="630116" y="1681163"/>
            <a:ext cx="386861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6F634A"/>
              </a:buClr>
              <a:buSzPts val="2215"/>
              <a:buFont typeface="Arial"/>
              <a:buNone/>
              <a:defRPr b="1" sz="2215"/>
            </a:lvl1pPr>
            <a:lvl2pPr indent="-228600" lvl="1" marL="914400" algn="l">
              <a:lnSpc>
                <a:spcPct val="100000"/>
              </a:lnSpc>
              <a:spcBef>
                <a:spcPts val="369"/>
              </a:spcBef>
              <a:spcAft>
                <a:spcPts val="0"/>
              </a:spcAft>
              <a:buClr>
                <a:srgbClr val="6F634A"/>
              </a:buClr>
              <a:buSzPts val="1846"/>
              <a:buFont typeface="Arial"/>
              <a:buNone/>
              <a:defRPr b="1" sz="1845"/>
            </a:lvl2pPr>
            <a:lvl3pPr indent="-228600" lvl="2" marL="1371600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rgbClr val="6F634A"/>
              </a:buClr>
              <a:buSzPts val="1662"/>
              <a:buFont typeface="Arial"/>
              <a:buNone/>
              <a:defRPr b="1" sz="1662"/>
            </a:lvl3pPr>
            <a:lvl4pPr indent="-228600" lvl="3" marL="18288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b="1" sz="1477"/>
            </a:lvl4pPr>
            <a:lvl5pPr indent="-228600" lvl="4" marL="22860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b="1" sz="1477"/>
            </a:lvl5pPr>
            <a:lvl6pPr indent="-2286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6pPr>
            <a:lvl7pPr indent="-2286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7pPr>
            <a:lvl8pPr indent="-2286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8pPr>
            <a:lvl9pPr indent="-2286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9pPr>
          </a:lstStyle>
          <a:p/>
        </p:txBody>
      </p:sp>
      <p:sp>
        <p:nvSpPr>
          <p:cNvPr id="219" name="Google Shape;219;p76"/>
          <p:cNvSpPr txBox="1"/>
          <p:nvPr>
            <p:ph idx="2" type="body"/>
          </p:nvPr>
        </p:nvSpPr>
        <p:spPr>
          <a:xfrm>
            <a:off x="630116" y="2505075"/>
            <a:ext cx="3868615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76"/>
          <p:cNvSpPr txBox="1"/>
          <p:nvPr>
            <p:ph idx="3" type="body"/>
          </p:nvPr>
        </p:nvSpPr>
        <p:spPr>
          <a:xfrm>
            <a:off x="4629151" y="1681163"/>
            <a:ext cx="388766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6F634A"/>
              </a:buClr>
              <a:buSzPts val="2215"/>
              <a:buFont typeface="Arial"/>
              <a:buNone/>
              <a:defRPr b="1" sz="2215"/>
            </a:lvl1pPr>
            <a:lvl2pPr indent="-228600" lvl="1" marL="914400" algn="l">
              <a:lnSpc>
                <a:spcPct val="100000"/>
              </a:lnSpc>
              <a:spcBef>
                <a:spcPts val="369"/>
              </a:spcBef>
              <a:spcAft>
                <a:spcPts val="0"/>
              </a:spcAft>
              <a:buClr>
                <a:srgbClr val="6F634A"/>
              </a:buClr>
              <a:buSzPts val="1846"/>
              <a:buFont typeface="Arial"/>
              <a:buNone/>
              <a:defRPr b="1" sz="1845"/>
            </a:lvl2pPr>
            <a:lvl3pPr indent="-228600" lvl="2" marL="1371600" algn="l">
              <a:lnSpc>
                <a:spcPct val="100000"/>
              </a:lnSpc>
              <a:spcBef>
                <a:spcPts val="332"/>
              </a:spcBef>
              <a:spcAft>
                <a:spcPts val="0"/>
              </a:spcAft>
              <a:buClr>
                <a:srgbClr val="6F634A"/>
              </a:buClr>
              <a:buSzPts val="1662"/>
              <a:buFont typeface="Arial"/>
              <a:buNone/>
              <a:defRPr b="1" sz="1662"/>
            </a:lvl3pPr>
            <a:lvl4pPr indent="-228600" lvl="3" marL="18288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b="1" sz="1477"/>
            </a:lvl4pPr>
            <a:lvl5pPr indent="-228600" lvl="4" marL="22860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b="1" sz="1477"/>
            </a:lvl5pPr>
            <a:lvl6pPr indent="-2286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6pPr>
            <a:lvl7pPr indent="-2286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7pPr>
            <a:lvl8pPr indent="-2286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8pPr>
            <a:lvl9pPr indent="-2286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477"/>
              <a:buNone/>
              <a:defRPr b="1" sz="1477"/>
            </a:lvl9pPr>
          </a:lstStyle>
          <a:p/>
        </p:txBody>
      </p:sp>
      <p:sp>
        <p:nvSpPr>
          <p:cNvPr id="221" name="Google Shape;221;p76"/>
          <p:cNvSpPr txBox="1"/>
          <p:nvPr>
            <p:ph idx="4" type="body"/>
          </p:nvPr>
        </p:nvSpPr>
        <p:spPr>
          <a:xfrm>
            <a:off x="4629151" y="2505075"/>
            <a:ext cx="3887665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76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76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76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8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78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78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0"/>
          <p:cNvSpPr txBox="1"/>
          <p:nvPr>
            <p:ph type="title"/>
          </p:nvPr>
        </p:nvSpPr>
        <p:spPr>
          <a:xfrm>
            <a:off x="630115" y="457200"/>
            <a:ext cx="294835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5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80"/>
          <p:cNvSpPr txBox="1"/>
          <p:nvPr>
            <p:ph idx="1" type="body"/>
          </p:nvPr>
        </p:nvSpPr>
        <p:spPr>
          <a:xfrm>
            <a:off x="3887666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6179" lvl="0" marL="457200" algn="l">
              <a:lnSpc>
                <a:spcPct val="100000"/>
              </a:lnSpc>
              <a:spcBef>
                <a:spcPts val="591"/>
              </a:spcBef>
              <a:spcAft>
                <a:spcPts val="0"/>
              </a:spcAft>
              <a:buClr>
                <a:srgbClr val="6F634A"/>
              </a:buClr>
              <a:buSzPts val="2954"/>
              <a:buFont typeface="Arial"/>
              <a:buChar char="•"/>
              <a:defRPr sz="2954"/>
            </a:lvl1pPr>
            <a:lvl2pPr indent="-392747" lvl="1" marL="914400" algn="l">
              <a:lnSpc>
                <a:spcPct val="100000"/>
              </a:lnSpc>
              <a:spcBef>
                <a:spcPts val="517"/>
              </a:spcBef>
              <a:spcAft>
                <a:spcPts val="0"/>
              </a:spcAft>
              <a:buClr>
                <a:srgbClr val="6F634A"/>
              </a:buClr>
              <a:buSzPts val="2585"/>
              <a:buFont typeface="Arial"/>
              <a:buChar char="–"/>
              <a:defRPr sz="2585"/>
            </a:lvl2pPr>
            <a:lvl3pPr indent="-369252" lvl="2" marL="1371600" algn="l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6F634A"/>
              </a:buClr>
              <a:buSzPts val="2215"/>
              <a:buFont typeface="Arial"/>
              <a:buChar char="•"/>
              <a:defRPr sz="2215"/>
            </a:lvl3pPr>
            <a:lvl4pPr indent="-345820" lvl="3" marL="1828800" algn="l">
              <a:lnSpc>
                <a:spcPct val="100000"/>
              </a:lnSpc>
              <a:spcBef>
                <a:spcPts val="369"/>
              </a:spcBef>
              <a:spcAft>
                <a:spcPts val="0"/>
              </a:spcAft>
              <a:buClr>
                <a:srgbClr val="6F634A"/>
              </a:buClr>
              <a:buSzPts val="1846"/>
              <a:buFont typeface="Arial"/>
              <a:buChar char="–"/>
              <a:defRPr sz="1845"/>
            </a:lvl4pPr>
            <a:lvl5pPr indent="-345820" lvl="4" marL="2286000" algn="l">
              <a:lnSpc>
                <a:spcPct val="100000"/>
              </a:lnSpc>
              <a:spcBef>
                <a:spcPts val="369"/>
              </a:spcBef>
              <a:spcAft>
                <a:spcPts val="0"/>
              </a:spcAft>
              <a:buClr>
                <a:srgbClr val="6F634A"/>
              </a:buClr>
              <a:buSzPts val="1846"/>
              <a:buFont typeface="Arial"/>
              <a:buChar char="»"/>
              <a:defRPr sz="1845"/>
            </a:lvl5pPr>
            <a:lvl6pPr indent="-34582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46"/>
              <a:buChar char="•"/>
              <a:defRPr sz="1845"/>
            </a:lvl6pPr>
            <a:lvl7pPr indent="-34582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46"/>
              <a:buChar char="•"/>
              <a:defRPr sz="1845"/>
            </a:lvl7pPr>
            <a:lvl8pPr indent="-345821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46"/>
              <a:buChar char="•"/>
              <a:defRPr sz="1845"/>
            </a:lvl8pPr>
            <a:lvl9pPr indent="-345821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46"/>
              <a:buChar char="•"/>
              <a:defRPr sz="1845"/>
            </a:lvl9pPr>
          </a:lstStyle>
          <a:p/>
        </p:txBody>
      </p:sp>
      <p:sp>
        <p:nvSpPr>
          <p:cNvPr id="244" name="Google Shape;244;p80"/>
          <p:cNvSpPr txBox="1"/>
          <p:nvPr>
            <p:ph idx="2" type="body"/>
          </p:nvPr>
        </p:nvSpPr>
        <p:spPr>
          <a:xfrm>
            <a:off x="630115" y="2057400"/>
            <a:ext cx="2948354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sz="1477"/>
            </a:lvl1pPr>
            <a:lvl2pPr indent="-228600" lvl="1" marL="914400" algn="l">
              <a:lnSpc>
                <a:spcPct val="100000"/>
              </a:lnSpc>
              <a:spcBef>
                <a:spcPts val="258"/>
              </a:spcBef>
              <a:spcAft>
                <a:spcPts val="0"/>
              </a:spcAft>
              <a:buClr>
                <a:srgbClr val="6F634A"/>
              </a:buClr>
              <a:buSzPts val="1292"/>
              <a:buFont typeface="Arial"/>
              <a:buNone/>
              <a:defRPr sz="1292"/>
            </a:lvl2pPr>
            <a:lvl3pPr indent="-228600" lvl="2" marL="1371600" algn="l">
              <a:lnSpc>
                <a:spcPct val="100000"/>
              </a:lnSpc>
              <a:spcBef>
                <a:spcPts val="222"/>
              </a:spcBef>
              <a:spcAft>
                <a:spcPts val="0"/>
              </a:spcAft>
              <a:buClr>
                <a:srgbClr val="6F634A"/>
              </a:buClr>
              <a:buSzPts val="1108"/>
              <a:buFont typeface="Arial"/>
              <a:buNone/>
              <a:defRPr sz="1108"/>
            </a:lvl3pPr>
            <a:lvl4pPr indent="-228600" lvl="3" marL="18288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6F634A"/>
              </a:buClr>
              <a:buSzPts val="923"/>
              <a:buFont typeface="Arial"/>
              <a:buNone/>
              <a:defRPr sz="922"/>
            </a:lvl4pPr>
            <a:lvl5pPr indent="-228600" lvl="4" marL="22860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6F634A"/>
              </a:buClr>
              <a:buSzPts val="923"/>
              <a:buFont typeface="Arial"/>
              <a:buNone/>
              <a:defRPr sz="922"/>
            </a:lvl5pPr>
            <a:lvl6pPr indent="-2286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6pPr>
            <a:lvl7pPr indent="-2286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7pPr>
            <a:lvl8pPr indent="-2286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8pPr>
            <a:lvl9pPr indent="-2286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9pPr>
          </a:lstStyle>
          <a:p/>
        </p:txBody>
      </p:sp>
      <p:sp>
        <p:nvSpPr>
          <p:cNvPr id="245" name="Google Shape;245;p80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80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80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2"/>
          <p:cNvSpPr txBox="1"/>
          <p:nvPr>
            <p:ph type="title"/>
          </p:nvPr>
        </p:nvSpPr>
        <p:spPr>
          <a:xfrm>
            <a:off x="630115" y="457200"/>
            <a:ext cx="294835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5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2"/>
          <p:cNvSpPr/>
          <p:nvPr>
            <p:ph idx="2" type="pic"/>
          </p:nvPr>
        </p:nvSpPr>
        <p:spPr>
          <a:xfrm>
            <a:off x="3887666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82"/>
          <p:cNvSpPr txBox="1"/>
          <p:nvPr>
            <p:ph idx="1" type="body"/>
          </p:nvPr>
        </p:nvSpPr>
        <p:spPr>
          <a:xfrm>
            <a:off x="630115" y="2057400"/>
            <a:ext cx="2948354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6F634A"/>
              </a:buClr>
              <a:buSzPts val="1477"/>
              <a:buFont typeface="Arial"/>
              <a:buNone/>
              <a:defRPr sz="1477"/>
            </a:lvl1pPr>
            <a:lvl2pPr indent="-228600" lvl="1" marL="914400" algn="l">
              <a:lnSpc>
                <a:spcPct val="100000"/>
              </a:lnSpc>
              <a:spcBef>
                <a:spcPts val="258"/>
              </a:spcBef>
              <a:spcAft>
                <a:spcPts val="0"/>
              </a:spcAft>
              <a:buClr>
                <a:srgbClr val="6F634A"/>
              </a:buClr>
              <a:buSzPts val="1292"/>
              <a:buFont typeface="Arial"/>
              <a:buNone/>
              <a:defRPr sz="1292"/>
            </a:lvl2pPr>
            <a:lvl3pPr indent="-228600" lvl="2" marL="1371600" algn="l">
              <a:lnSpc>
                <a:spcPct val="100000"/>
              </a:lnSpc>
              <a:spcBef>
                <a:spcPts val="222"/>
              </a:spcBef>
              <a:spcAft>
                <a:spcPts val="0"/>
              </a:spcAft>
              <a:buClr>
                <a:srgbClr val="6F634A"/>
              </a:buClr>
              <a:buSzPts val="1108"/>
              <a:buFont typeface="Arial"/>
              <a:buNone/>
              <a:defRPr sz="1108"/>
            </a:lvl3pPr>
            <a:lvl4pPr indent="-228600" lvl="3" marL="18288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6F634A"/>
              </a:buClr>
              <a:buSzPts val="923"/>
              <a:buFont typeface="Arial"/>
              <a:buNone/>
              <a:defRPr sz="922"/>
            </a:lvl4pPr>
            <a:lvl5pPr indent="-228600" lvl="4" marL="228600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6F634A"/>
              </a:buClr>
              <a:buSzPts val="923"/>
              <a:buFont typeface="Arial"/>
              <a:buNone/>
              <a:defRPr sz="922"/>
            </a:lvl5pPr>
            <a:lvl6pPr indent="-2286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6pPr>
            <a:lvl7pPr indent="-2286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7pPr>
            <a:lvl8pPr indent="-2286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8pPr>
            <a:lvl9pPr indent="-2286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923"/>
              <a:buNone/>
              <a:defRPr sz="922"/>
            </a:lvl9pPr>
          </a:lstStyle>
          <a:p/>
        </p:txBody>
      </p:sp>
      <p:sp>
        <p:nvSpPr>
          <p:cNvPr id="258" name="Google Shape;258;p82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82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82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4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84"/>
          <p:cNvSpPr txBox="1"/>
          <p:nvPr>
            <p:ph idx="1" type="body"/>
          </p:nvPr>
        </p:nvSpPr>
        <p:spPr>
          <a:xfrm rot="5400000">
            <a:off x="3390900" y="647700"/>
            <a:ext cx="35814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84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84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84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6"/>
          <p:cNvSpPr txBox="1"/>
          <p:nvPr>
            <p:ph type="title"/>
          </p:nvPr>
        </p:nvSpPr>
        <p:spPr>
          <a:xfrm rot="5400000">
            <a:off x="5143500" y="2400300"/>
            <a:ext cx="556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86"/>
          <p:cNvSpPr txBox="1"/>
          <p:nvPr>
            <p:ph idx="1" type="body"/>
          </p:nvPr>
        </p:nvSpPr>
        <p:spPr>
          <a:xfrm rot="5400000">
            <a:off x="1415561" y="641838"/>
            <a:ext cx="5562600" cy="5345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86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86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86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13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11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theme" Target="../theme/theme15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theme" Target="../theme/theme8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theme" Target="../theme/theme1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theme" Target="../theme/theme5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theme" Target="../theme/theme17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theme" Target="../theme/theme12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3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theme" Target="../theme/theme16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/>
        </p:nvSpPr>
        <p:spPr>
          <a:xfrm>
            <a:off x="1096962" y="1052512"/>
            <a:ext cx="8047037" cy="77787"/>
          </a:xfrm>
          <a:prstGeom prst="rect">
            <a:avLst/>
          </a:prstGeom>
          <a:gradFill>
            <a:gsLst>
              <a:gs pos="0">
                <a:srgbClr val="FF3300"/>
              </a:gs>
              <a:gs pos="100000">
                <a:srgbClr val="A5002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26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0" y="0"/>
            <a:ext cx="11176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26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marR="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1282" lvl="1" marL="9144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Font typeface="Noto Sans Symbols"/>
              <a:buChar char="❑"/>
              <a:defRPr b="0" i="0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3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33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7"/>
          <p:cNvSpPr txBox="1"/>
          <p:nvPr/>
        </p:nvSpPr>
        <p:spPr>
          <a:xfrm>
            <a:off x="1096962" y="1052512"/>
            <a:ext cx="8047037" cy="77787"/>
          </a:xfrm>
          <a:prstGeom prst="rect">
            <a:avLst/>
          </a:prstGeom>
          <a:gradFill>
            <a:gsLst>
              <a:gs pos="0">
                <a:srgbClr val="FF3300"/>
              </a:gs>
              <a:gs pos="100000">
                <a:srgbClr val="A5002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7" name="Google Shape;117;p37"/>
          <p:cNvSpPr txBox="1"/>
          <p:nvPr/>
        </p:nvSpPr>
        <p:spPr>
          <a:xfrm>
            <a:off x="0" y="0"/>
            <a:ext cx="11176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marR="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1282" lvl="1" marL="9144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32"/>
              <a:buFont typeface="Noto Sans Symbols"/>
              <a:buChar char="❑"/>
              <a:defRPr b="0" i="0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6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66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66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9" name="Google Shape;159;p66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0" name="Google Shape;160;p66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7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7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5" name="Google Shape;165;p6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6" name="Google Shape;166;p6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9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69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69"/>
          <p:cNvSpPr txBox="1"/>
          <p:nvPr>
            <p:ph idx="10" type="dt"/>
          </p:nvPr>
        </p:nvSpPr>
        <p:spPr>
          <a:xfrm>
            <a:off x="1143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7" name="Google Shape;177;p69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8" name="Google Shape;178;p6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1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71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71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71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0" name="Google Shape;190;p71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3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73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73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1" name="Google Shape;201;p73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2" name="Google Shape;202;p73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5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75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75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4" name="Google Shape;214;p75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5" name="Google Shape;215;p75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7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77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77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9" name="Google Shape;229;p77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0" name="Google Shape;230;p77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9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79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79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9" name="Google Shape;239;p79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0" name="Google Shape;240;p79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1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81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81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2" name="Google Shape;252;p81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3" name="Google Shape;253;p81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3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3" name="Google Shape;263;p83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83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5" name="Google Shape;265;p83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6" name="Google Shape;266;p83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5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62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85"/>
          <p:cNvSpPr txBox="1"/>
          <p:nvPr>
            <p:ph idx="1" type="body"/>
          </p:nvPr>
        </p:nvSpPr>
        <p:spPr>
          <a:xfrm>
            <a:off x="1524000" y="2514600"/>
            <a:ext cx="7315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2750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6F634A"/>
              </a:buClr>
              <a:buSzPts val="2900"/>
              <a:buFont typeface="Arial"/>
              <a:buChar char="•"/>
              <a:defRPr b="1" i="0" sz="29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F634A"/>
              </a:buClr>
              <a:buSzPts val="2500"/>
              <a:buFont typeface="Arial"/>
              <a:buChar char="–"/>
              <a:defRPr b="1" i="0" sz="25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F634A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–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Char char="»"/>
              <a:defRPr b="1" i="0" sz="18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4136" lvl="5" marL="27432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4136" lvl="6" marL="32004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4136" lvl="7" marL="36576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4136" lvl="8" marL="4114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ts val="1662"/>
              <a:buFont typeface="Arial"/>
              <a:buChar char="•"/>
              <a:defRPr b="0" i="0" sz="166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85"/>
          <p:cNvSpPr txBox="1"/>
          <p:nvPr>
            <p:ph idx="10" type="dt"/>
          </p:nvPr>
        </p:nvSpPr>
        <p:spPr>
          <a:xfrm>
            <a:off x="16383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7" name="Google Shape;277;p85"/>
          <p:cNvSpPr txBox="1"/>
          <p:nvPr>
            <p:ph idx="11" type="ftr"/>
          </p:nvPr>
        </p:nvSpPr>
        <p:spPr>
          <a:xfrm>
            <a:off x="3905250" y="62484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8" name="Google Shape;278;p85"/>
          <p:cNvSpPr txBox="1"/>
          <p:nvPr>
            <p:ph idx="12" type="sldNum"/>
          </p:nvPr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rgbClr val="6F63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"/>
          <p:cNvSpPr txBox="1"/>
          <p:nvPr>
            <p:ph type="title"/>
          </p:nvPr>
        </p:nvSpPr>
        <p:spPr>
          <a:xfrm>
            <a:off x="1081087" y="388620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Week: 3</a:t>
            </a:r>
            <a:b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Analysis</a:t>
            </a:r>
            <a:endParaRPr/>
          </a:p>
        </p:txBody>
      </p:sp>
      <p:sp>
        <p:nvSpPr>
          <p:cNvPr id="291" name="Google Shape;291;p1"/>
          <p:cNvSpPr txBox="1"/>
          <p:nvPr/>
        </p:nvSpPr>
        <p:spPr>
          <a:xfrm>
            <a:off x="1081087" y="167640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CSE420 Compiler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0"/>
            <a:ext cx="24765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2"/>
          <p:cNvGrpSpPr/>
          <p:nvPr/>
        </p:nvGrpSpPr>
        <p:grpSpPr>
          <a:xfrm>
            <a:off x="1213050" y="2250025"/>
            <a:ext cx="7519538" cy="2871482"/>
            <a:chOff x="32" y="1236"/>
            <a:chExt cx="5104" cy="2159"/>
          </a:xfrm>
        </p:grpSpPr>
        <p:sp>
          <p:nvSpPr>
            <p:cNvPr id="298" name="Google Shape;298;p2"/>
            <p:cNvSpPr/>
            <p:nvPr/>
          </p:nvSpPr>
          <p:spPr>
            <a:xfrm>
              <a:off x="432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970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216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754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3292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830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4368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906" y="2208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1296" y="1776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1834" y="1776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1296" y="2746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1834" y="2746"/>
              <a:ext cx="230" cy="23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0" name="Google Shape;310;p2"/>
            <p:cNvCxnSpPr/>
            <p:nvPr/>
          </p:nvCxnSpPr>
          <p:spPr>
            <a:xfrm>
              <a:off x="123" y="2331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1" name="Google Shape;311;p2"/>
            <p:cNvCxnSpPr/>
            <p:nvPr/>
          </p:nvCxnSpPr>
          <p:spPr>
            <a:xfrm>
              <a:off x="681" y="2334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2" name="Google Shape;312;p2"/>
            <p:cNvCxnSpPr/>
            <p:nvPr/>
          </p:nvCxnSpPr>
          <p:spPr>
            <a:xfrm>
              <a:off x="2457" y="2328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3" name="Google Shape;313;p2"/>
            <p:cNvCxnSpPr/>
            <p:nvPr/>
          </p:nvCxnSpPr>
          <p:spPr>
            <a:xfrm>
              <a:off x="2985" y="2322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4" name="Google Shape;314;p2"/>
            <p:cNvCxnSpPr/>
            <p:nvPr/>
          </p:nvCxnSpPr>
          <p:spPr>
            <a:xfrm>
              <a:off x="3522" y="2316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5" name="Google Shape;315;p2"/>
            <p:cNvCxnSpPr/>
            <p:nvPr/>
          </p:nvCxnSpPr>
          <p:spPr>
            <a:xfrm>
              <a:off x="4068" y="2310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6" name="Google Shape;316;p2"/>
            <p:cNvCxnSpPr/>
            <p:nvPr/>
          </p:nvCxnSpPr>
          <p:spPr>
            <a:xfrm>
              <a:off x="4614" y="2313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7" name="Google Shape;317;p2"/>
            <p:cNvSpPr txBox="1"/>
            <p:nvPr/>
          </p:nvSpPr>
          <p:spPr>
            <a:xfrm>
              <a:off x="32" y="203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"/>
            <p:cNvSpPr txBox="1"/>
            <p:nvPr/>
          </p:nvSpPr>
          <p:spPr>
            <a:xfrm>
              <a:off x="694" y="210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9" name="Google Shape;319;p2"/>
            <p:cNvCxnSpPr/>
            <p:nvPr/>
          </p:nvCxnSpPr>
          <p:spPr>
            <a:xfrm>
              <a:off x="1545" y="1884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" name="Google Shape;320;p2"/>
            <p:cNvCxnSpPr/>
            <p:nvPr/>
          </p:nvCxnSpPr>
          <p:spPr>
            <a:xfrm>
              <a:off x="1542" y="2859"/>
              <a:ext cx="28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1" name="Google Shape;321;p2"/>
            <p:cNvCxnSpPr/>
            <p:nvPr/>
          </p:nvCxnSpPr>
          <p:spPr>
            <a:xfrm>
              <a:off x="1152" y="2457"/>
              <a:ext cx="192" cy="2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2"/>
            <p:cNvCxnSpPr/>
            <p:nvPr/>
          </p:nvCxnSpPr>
          <p:spPr>
            <a:xfrm>
              <a:off x="2055" y="1977"/>
              <a:ext cx="203" cy="26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3" name="Google Shape;323;p2"/>
            <p:cNvCxnSpPr/>
            <p:nvPr/>
          </p:nvCxnSpPr>
          <p:spPr>
            <a:xfrm flipH="1" rot="10800000">
              <a:off x="1131" y="1982"/>
              <a:ext cx="186" cy="20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4" name="Google Shape;324;p2"/>
            <p:cNvCxnSpPr/>
            <p:nvPr/>
          </p:nvCxnSpPr>
          <p:spPr>
            <a:xfrm flipH="1" rot="10800000">
              <a:off x="1998" y="2439"/>
              <a:ext cx="262" cy="32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5" name="Google Shape;325;p2"/>
            <p:cNvSpPr/>
            <p:nvPr/>
          </p:nvSpPr>
          <p:spPr>
            <a:xfrm>
              <a:off x="504" y="2448"/>
              <a:ext cx="2328" cy="728"/>
            </a:xfrm>
            <a:custGeom>
              <a:rect b="b" l="l" r="r" t="t"/>
              <a:pathLst>
                <a:path extrusionOk="0" h="728" w="2328">
                  <a:moveTo>
                    <a:pt x="24" y="0"/>
                  </a:moveTo>
                  <a:cubicBezTo>
                    <a:pt x="12" y="260"/>
                    <a:pt x="0" y="520"/>
                    <a:pt x="312" y="624"/>
                  </a:cubicBezTo>
                  <a:cubicBezTo>
                    <a:pt x="624" y="728"/>
                    <a:pt x="1560" y="728"/>
                    <a:pt x="1896" y="624"/>
                  </a:cubicBezTo>
                  <a:cubicBezTo>
                    <a:pt x="2232" y="520"/>
                    <a:pt x="2280" y="260"/>
                    <a:pt x="2328" y="0"/>
                  </a:cubicBez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1056" y="1480"/>
              <a:ext cx="1344" cy="728"/>
            </a:xfrm>
            <a:custGeom>
              <a:rect b="b" l="l" r="r" t="t"/>
              <a:pathLst>
                <a:path extrusionOk="0" h="728" w="1344">
                  <a:moveTo>
                    <a:pt x="1344" y="728"/>
                  </a:moveTo>
                  <a:cubicBezTo>
                    <a:pt x="1320" y="468"/>
                    <a:pt x="1296" y="208"/>
                    <a:pt x="1104" y="104"/>
                  </a:cubicBezTo>
                  <a:cubicBezTo>
                    <a:pt x="912" y="0"/>
                    <a:pt x="376" y="0"/>
                    <a:pt x="192" y="104"/>
                  </a:cubicBezTo>
                  <a:cubicBezTo>
                    <a:pt x="8" y="208"/>
                    <a:pt x="4" y="468"/>
                    <a:pt x="0" y="728"/>
                  </a:cubicBez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2"/>
            <p:cNvSpPr txBox="1"/>
            <p:nvPr/>
          </p:nvSpPr>
          <p:spPr>
            <a:xfrm>
              <a:off x="1668" y="12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"/>
            <p:cNvSpPr txBox="1"/>
            <p:nvPr/>
          </p:nvSpPr>
          <p:spPr>
            <a:xfrm>
              <a:off x="2112" y="189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"/>
            <p:cNvSpPr txBox="1"/>
            <p:nvPr/>
          </p:nvSpPr>
          <p:spPr>
            <a:xfrm>
              <a:off x="1056" y="249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"/>
            <p:cNvSpPr txBox="1"/>
            <p:nvPr/>
          </p:nvSpPr>
          <p:spPr>
            <a:xfrm>
              <a:off x="2070" y="25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1152" y="20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"/>
            <p:cNvSpPr txBox="1"/>
            <p:nvPr/>
          </p:nvSpPr>
          <p:spPr>
            <a:xfrm>
              <a:off x="1584" y="309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"/>
            <p:cNvSpPr txBox="1"/>
            <p:nvPr/>
          </p:nvSpPr>
          <p:spPr>
            <a:xfrm>
              <a:off x="1584" y="26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"/>
            <p:cNvSpPr txBox="1"/>
            <p:nvPr/>
          </p:nvSpPr>
          <p:spPr>
            <a:xfrm>
              <a:off x="1584" y="182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"/>
            <p:cNvSpPr txBox="1"/>
            <p:nvPr/>
          </p:nvSpPr>
          <p:spPr>
            <a:xfrm>
              <a:off x="2976" y="211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"/>
            <p:cNvSpPr txBox="1"/>
            <p:nvPr/>
          </p:nvSpPr>
          <p:spPr>
            <a:xfrm>
              <a:off x="3540" y="20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"/>
            <p:cNvSpPr txBox="1"/>
            <p:nvPr/>
          </p:nvSpPr>
          <p:spPr>
            <a:xfrm>
              <a:off x="4104" y="207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"/>
            <p:cNvSpPr txBox="1"/>
            <p:nvPr/>
          </p:nvSpPr>
          <p:spPr>
            <a:xfrm>
              <a:off x="4644" y="20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"/>
            <p:cNvSpPr txBox="1"/>
            <p:nvPr/>
          </p:nvSpPr>
          <p:spPr>
            <a:xfrm>
              <a:off x="2461" y="210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932" y="2229"/>
              <a:ext cx="184" cy="18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"/>
          <p:cNvSpPr txBox="1"/>
          <p:nvPr/>
        </p:nvSpPr>
        <p:spPr>
          <a:xfrm>
            <a:off x="7048500" y="6030912"/>
            <a:ext cx="1790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0" i="0" lang="en-US" sz="3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Regular Expression to DFA</a:t>
            </a:r>
            <a:endParaRPr/>
          </a:p>
        </p:txBody>
      </p:sp>
      <p:sp>
        <p:nvSpPr>
          <p:cNvPr id="347" name="Google Shape;347;p3"/>
          <p:cNvSpPr txBox="1"/>
          <p:nvPr>
            <p:ph idx="1" type="body"/>
          </p:nvPr>
        </p:nvSpPr>
        <p:spPr>
          <a:xfrm>
            <a:off x="984250" y="1952625"/>
            <a:ext cx="7467600" cy="393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523875" lvl="0" marL="523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650"/>
              <a:buFont typeface="Noto Sans Symbols"/>
              <a:buChar char="🔾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may convert a regular expression into a DFA (without creating a NFA first).</a:t>
            </a:r>
            <a:endParaRPr/>
          </a:p>
          <a:p>
            <a:pPr indent="-419100" lvl="0" marL="523875" rtl="0" algn="l">
              <a:lnSpc>
                <a:spcPct val="90000"/>
              </a:lnSpc>
              <a:spcBef>
                <a:spcPts val="220"/>
              </a:spcBef>
              <a:spcAft>
                <a:spcPts val="0"/>
              </a:spcAft>
              <a:buClr>
                <a:srgbClr val="FF3300"/>
              </a:buClr>
              <a:buSzPts val="165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23875" lvl="0" marL="523875" rtl="0" algn="l">
              <a:lnSpc>
                <a:spcPct val="90000"/>
              </a:lnSpc>
              <a:spcBef>
                <a:spcPts val="220"/>
              </a:spcBef>
              <a:spcAft>
                <a:spcPts val="0"/>
              </a:spcAft>
              <a:buClr>
                <a:srgbClr val="FF3300"/>
              </a:buClr>
              <a:buSzPts val="1650"/>
              <a:buFont typeface="Noto Sans Symbols"/>
              <a:buChar char="🔾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we augment the given regular expression by concatenating it with  a special symbol #.</a:t>
            </a:r>
            <a:endParaRPr/>
          </a:p>
          <a:p>
            <a:pPr indent="-523875" lvl="0" marL="523875" rtl="0" algn="l">
              <a:lnSpc>
                <a:spcPct val="90000"/>
              </a:lnSpc>
              <a:spcBef>
                <a:spcPts val="220"/>
              </a:spcBef>
              <a:spcAft>
                <a:spcPts val="0"/>
              </a:spcAft>
              <a:buSzPts val="1650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  🡺  (r)#   	</a:t>
            </a:r>
            <a:endParaRPr/>
          </a:p>
          <a:p>
            <a:pPr indent="-523875" lvl="0" marL="523875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50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regular expression</a:t>
            </a:r>
            <a:endParaRPr/>
          </a:p>
          <a:p>
            <a:pPr indent="-523875" lvl="0" marL="523875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75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23875" lvl="0" marL="523875" rtl="0" algn="l">
              <a:lnSpc>
                <a:spcPct val="90000"/>
              </a:lnSpc>
              <a:spcBef>
                <a:spcPts val="220"/>
              </a:spcBef>
              <a:spcAft>
                <a:spcPts val="0"/>
              </a:spcAft>
              <a:buClr>
                <a:srgbClr val="FF3300"/>
              </a:buClr>
              <a:buSzPts val="1650"/>
              <a:buFont typeface="Noto Sans Symbols"/>
              <a:buChar char="🔾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we create a syntax tree for this augmented regular expression.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of DFA from RE</a:t>
            </a:r>
            <a:endParaRPr/>
          </a:p>
        </p:txBody>
      </p:sp>
      <p:sp>
        <p:nvSpPr>
          <p:cNvPr id="353" name="Google Shape;353;p4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495300" lvl="0" marL="49530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A regular expression r</a:t>
            </a:r>
            <a:endParaRPr/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A DFA D that recognizes L(r)</a:t>
            </a:r>
            <a:endParaRPr/>
          </a:p>
          <a:p>
            <a:pPr indent="-36195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</a:t>
            </a:r>
            <a:endParaRPr/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syntax tree ST for augmented RE r#</a:t>
            </a:r>
            <a:endParaRPr/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the functions nullable, firstpos, lastpos and followpos for ST</a:t>
            </a:r>
            <a:endParaRPr/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Dstates: set of states of D</a:t>
            </a:r>
            <a:endParaRPr/>
          </a:p>
          <a:p>
            <a:pPr indent="-495300" lvl="0" marL="49530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Dtrans: transition table for 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 </a:t>
            </a:r>
            <a:endParaRPr/>
          </a:p>
        </p:txBody>
      </p:sp>
      <p:sp>
        <p:nvSpPr>
          <p:cNvPr id="359" name="Google Shape;359;p5"/>
          <p:cNvSpPr txBox="1"/>
          <p:nvPr>
            <p:ph idx="1" type="body"/>
          </p:nvPr>
        </p:nvSpPr>
        <p:spPr>
          <a:xfrm>
            <a:off x="1066800" y="1143000"/>
            <a:ext cx="8077200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523875" lvl="0" marL="523875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Noto Sans Symbols"/>
              <a:buChar char="🔾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RE (r)# can be represented by a syntax tree</a:t>
            </a:r>
            <a:endParaRPr/>
          </a:p>
          <a:p>
            <a:pPr indent="-387350" lvl="1" marL="1025525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18"/>
              <a:buFont typeface="Noto Sans Symbols"/>
              <a:buChar char="❑"/>
            </a:pPr>
            <a:r>
              <a:rPr b="0" i="0" lang="en-US" sz="22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Leaves contain: Alphabet symbols or </a:t>
            </a:r>
            <a:r>
              <a:rPr b="0" i="0" lang="en-US" sz="2200" u="none">
                <a:solidFill>
                  <a:schemeClr val="accent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i="0" lang="en-US" sz="22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38137" lvl="2" marL="14779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non-</a:t>
            </a:r>
            <a:r>
              <a:rPr b="0" i="0" lang="en-US" sz="2400" u="none">
                <a:solidFill>
                  <a:srgbClr val="FF33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leaf is associated with a unique number- </a:t>
            </a:r>
            <a:r>
              <a:rPr b="0" i="1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</a:t>
            </a: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leaf and </a:t>
            </a:r>
            <a:r>
              <a:rPr b="0" i="1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</a:t>
            </a: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symbol</a:t>
            </a:r>
            <a:endParaRPr/>
          </a:p>
          <a:p>
            <a:pPr indent="-387350" lvl="1" marL="1025525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18"/>
              <a:buFont typeface="Noto Sans Symbols"/>
              <a:buChar char="❑"/>
            </a:pPr>
            <a:r>
              <a:rPr b="0" i="0" lang="en-US" sz="22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nodes contain: Operators</a:t>
            </a:r>
            <a:endParaRPr/>
          </a:p>
          <a:p>
            <a:pPr indent="-338137" lvl="2" marL="14779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3300"/>
              </a:buClr>
              <a:buSzPts val="2400"/>
              <a:buFont typeface="Noto Sans Symbols"/>
              <a:buChar char="⮚"/>
            </a:pPr>
            <a:r>
              <a:rPr b="0" i="1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cat-node</a:t>
            </a: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or-node</a:t>
            </a:r>
            <a:r>
              <a:rPr b="0" i="0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1" lang="en-US" sz="2400" u="non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star-node</a:t>
            </a:r>
            <a:endParaRPr/>
          </a:p>
          <a:p>
            <a:pPr indent="-419100" lvl="0" marL="523875" rtl="0" algn="l">
              <a:lnSpc>
                <a:spcPct val="89000"/>
              </a:lnSpc>
              <a:spcBef>
                <a:spcPts val="220"/>
              </a:spcBef>
              <a:spcAft>
                <a:spcPts val="0"/>
              </a:spcAft>
              <a:buClr>
                <a:srgbClr val="FF3300"/>
              </a:buClr>
              <a:buSzPts val="165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23875" lvl="0" marL="523875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Clr>
                <a:srgbClr val="FF3300"/>
              </a:buClr>
              <a:buSzPts val="2100"/>
              <a:buFont typeface="Noto Sans Symbols"/>
              <a:buChar char="🔾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 for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r# =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(a|b)*abb#</a:t>
            </a:r>
            <a:endParaRPr/>
          </a:p>
        </p:txBody>
      </p:sp>
      <p:grpSp>
        <p:nvGrpSpPr>
          <p:cNvPr id="360" name="Google Shape;360;p5"/>
          <p:cNvGrpSpPr/>
          <p:nvPr/>
        </p:nvGrpSpPr>
        <p:grpSpPr>
          <a:xfrm>
            <a:off x="5762625" y="2360612"/>
            <a:ext cx="3124200" cy="4422775"/>
            <a:chOff x="3600" y="1533"/>
            <a:chExt cx="1968" cy="2787"/>
          </a:xfrm>
        </p:grpSpPr>
        <p:sp>
          <p:nvSpPr>
            <p:cNvPr id="361" name="Google Shape;361;p5"/>
            <p:cNvSpPr txBox="1"/>
            <p:nvPr/>
          </p:nvSpPr>
          <p:spPr>
            <a:xfrm>
              <a:off x="4934" y="1533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5"/>
            <p:cNvSpPr txBox="1"/>
            <p:nvPr/>
          </p:nvSpPr>
          <p:spPr>
            <a:xfrm>
              <a:off x="4656" y="1905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"/>
            <p:cNvSpPr txBox="1"/>
            <p:nvPr/>
          </p:nvSpPr>
          <p:spPr>
            <a:xfrm>
              <a:off x="4378" y="2277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 txBox="1"/>
            <p:nvPr/>
          </p:nvSpPr>
          <p:spPr>
            <a:xfrm>
              <a:off x="4100" y="264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 txBox="1"/>
            <p:nvPr/>
          </p:nvSpPr>
          <p:spPr>
            <a:xfrm>
              <a:off x="3831" y="3040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 txBox="1"/>
            <p:nvPr/>
          </p:nvSpPr>
          <p:spPr>
            <a:xfrm>
              <a:off x="5372" y="1896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 txBox="1"/>
            <p:nvPr/>
          </p:nvSpPr>
          <p:spPr>
            <a:xfrm>
              <a:off x="5045" y="2280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"/>
            <p:cNvSpPr txBox="1"/>
            <p:nvPr/>
          </p:nvSpPr>
          <p:spPr>
            <a:xfrm>
              <a:off x="4752" y="2664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"/>
            <p:cNvSpPr txBox="1"/>
            <p:nvPr/>
          </p:nvSpPr>
          <p:spPr>
            <a:xfrm>
              <a:off x="4459" y="3048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"/>
            <p:cNvSpPr txBox="1"/>
            <p:nvPr/>
          </p:nvSpPr>
          <p:spPr>
            <a:xfrm>
              <a:off x="4166" y="3916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1" name="Google Shape;371;p5"/>
            <p:cNvCxnSpPr/>
            <p:nvPr/>
          </p:nvCxnSpPr>
          <p:spPr>
            <a:xfrm flipH="1">
              <a:off x="4800" y="1752"/>
              <a:ext cx="168" cy="2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5"/>
            <p:cNvCxnSpPr/>
            <p:nvPr/>
          </p:nvCxnSpPr>
          <p:spPr>
            <a:xfrm flipH="1">
              <a:off x="4530" y="2128"/>
              <a:ext cx="168" cy="2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" name="Google Shape;373;p5"/>
            <p:cNvCxnSpPr/>
            <p:nvPr/>
          </p:nvCxnSpPr>
          <p:spPr>
            <a:xfrm flipH="1">
              <a:off x="4251" y="2495"/>
              <a:ext cx="168" cy="2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5"/>
            <p:cNvCxnSpPr/>
            <p:nvPr/>
          </p:nvCxnSpPr>
          <p:spPr>
            <a:xfrm flipH="1">
              <a:off x="3972" y="2862"/>
              <a:ext cx="168" cy="2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5" name="Google Shape;375;p5"/>
            <p:cNvCxnSpPr/>
            <p:nvPr/>
          </p:nvCxnSpPr>
          <p:spPr>
            <a:xfrm flipH="1">
              <a:off x="3702" y="3713"/>
              <a:ext cx="168" cy="2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6" name="Google Shape;376;p5"/>
            <p:cNvCxnSpPr/>
            <p:nvPr/>
          </p:nvCxnSpPr>
          <p:spPr>
            <a:xfrm>
              <a:off x="5148" y="1752"/>
              <a:ext cx="216" cy="19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5"/>
            <p:cNvCxnSpPr/>
            <p:nvPr/>
          </p:nvCxnSpPr>
          <p:spPr>
            <a:xfrm>
              <a:off x="4821" y="2106"/>
              <a:ext cx="216" cy="19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5"/>
            <p:cNvCxnSpPr/>
            <p:nvPr/>
          </p:nvCxnSpPr>
          <p:spPr>
            <a:xfrm>
              <a:off x="4545" y="2478"/>
              <a:ext cx="216" cy="19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" name="Google Shape;379;p5"/>
            <p:cNvCxnSpPr/>
            <p:nvPr/>
          </p:nvCxnSpPr>
          <p:spPr>
            <a:xfrm>
              <a:off x="4260" y="2838"/>
              <a:ext cx="216" cy="19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" name="Google Shape;380;p5"/>
            <p:cNvCxnSpPr/>
            <p:nvPr/>
          </p:nvCxnSpPr>
          <p:spPr>
            <a:xfrm>
              <a:off x="3972" y="3694"/>
              <a:ext cx="216" cy="19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1" name="Google Shape;381;p5"/>
            <p:cNvSpPr txBox="1"/>
            <p:nvPr/>
          </p:nvSpPr>
          <p:spPr>
            <a:xfrm>
              <a:off x="3600" y="3916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5"/>
            <p:cNvCxnSpPr/>
            <p:nvPr/>
          </p:nvCxnSpPr>
          <p:spPr>
            <a:xfrm>
              <a:off x="3927" y="3252"/>
              <a:ext cx="0" cy="24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3" name="Google Shape;383;p5"/>
            <p:cNvSpPr txBox="1"/>
            <p:nvPr/>
          </p:nvSpPr>
          <p:spPr>
            <a:xfrm>
              <a:off x="3846" y="3543"/>
              <a:ext cx="15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"/>
          <p:cNvSpPr txBox="1"/>
          <p:nvPr/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"/>
          <p:cNvSpPr txBox="1"/>
          <p:nvPr>
            <p:ph type="title"/>
          </p:nvPr>
        </p:nvSpPr>
        <p:spPr>
          <a:xfrm>
            <a:off x="1547812" y="544512"/>
            <a:ext cx="7315200" cy="98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firstpos, lastpos, nullable</a:t>
            </a:r>
            <a:endParaRPr/>
          </a:p>
        </p:txBody>
      </p:sp>
      <p:sp>
        <p:nvSpPr>
          <p:cNvPr id="390" name="Google Shape;390;p6"/>
          <p:cNvSpPr txBox="1"/>
          <p:nvPr>
            <p:ph idx="1" type="body"/>
          </p:nvPr>
        </p:nvSpPr>
        <p:spPr>
          <a:xfrm>
            <a:off x="1266825" y="1881187"/>
            <a:ext cx="7596187" cy="4079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1591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CC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200" u="none">
                <a:solidFill>
                  <a:srgbClr val="333300"/>
                </a:solidFill>
                <a:latin typeface="Arial"/>
                <a:ea typeface="Arial"/>
                <a:cs typeface="Arial"/>
                <a:sym typeface="Arial"/>
              </a:rPr>
              <a:t>To evaluate followpos, we need three more functions to be defined for the nodes (not just for leaves) of the syntax tree.</a:t>
            </a:r>
            <a:endParaRPr/>
          </a:p>
          <a:p>
            <a:pPr indent="-315912" lvl="0" marL="315912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firstpos(n)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--  the set of the positions of the </a:t>
            </a:r>
            <a:r>
              <a:rPr b="1" i="0" lang="en-US" sz="2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symbols of strings generated by the sub-expression rooted by n.</a:t>
            </a:r>
            <a:endParaRPr/>
          </a:p>
          <a:p>
            <a:pPr indent="-201610" lvl="0" marL="315912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15912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lastpos(n)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--   the set of the positions of the </a:t>
            </a:r>
            <a:r>
              <a:rPr b="1" i="0" lang="en-US" sz="2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symbols of strings generated by the sub-expression rooted by n.</a:t>
            </a:r>
            <a:endParaRPr/>
          </a:p>
          <a:p>
            <a:pPr indent="-201610" lvl="0" marL="315912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6F634A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15912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Arial"/>
              <a:buChar char="•"/>
            </a:pPr>
            <a:r>
              <a:rPr b="1" i="0" lang="en-US" sz="2200" u="non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nullable(n)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--  </a:t>
            </a:r>
            <a:r>
              <a:rPr b="1" i="1" lang="en-US" sz="2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if the </a:t>
            </a:r>
            <a:r>
              <a:rPr b="1" i="0" lang="en-US" sz="18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empty string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member of strings  generated by the sub-expression rooted by n  </a:t>
            </a:r>
            <a:r>
              <a:rPr b="1" i="1" lang="en-US" sz="2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otherwise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 txBox="1"/>
          <p:nvPr/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/>
          <p:cNvSpPr txBox="1"/>
          <p:nvPr>
            <p:ph type="title"/>
          </p:nvPr>
        </p:nvSpPr>
        <p:spPr>
          <a:xfrm>
            <a:off x="1524000" y="533400"/>
            <a:ext cx="7315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i="0" lang="en-US" sz="3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 Expression 🡺 DFA (cont.)</a:t>
            </a:r>
            <a:endParaRPr/>
          </a:p>
        </p:txBody>
      </p:sp>
      <p:sp>
        <p:nvSpPr>
          <p:cNvPr id="397" name="Google Shape;397;p7"/>
          <p:cNvSpPr txBox="1"/>
          <p:nvPr/>
        </p:nvSpPr>
        <p:spPr>
          <a:xfrm>
            <a:off x="1758950" y="1600200"/>
            <a:ext cx="6681787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(a|b)</a:t>
            </a:r>
            <a:r>
              <a:rPr b="1" baseline="30000" i="0" lang="en-US" sz="22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</a:t>
            </a:r>
            <a:r>
              <a:rPr b="1" i="0" lang="en-US" sz="22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  🡺  (a|b)</a:t>
            </a:r>
            <a:r>
              <a:rPr b="1" baseline="30000" i="0" lang="en-US" sz="22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</a:t>
            </a:r>
            <a:r>
              <a:rPr b="1" i="0" lang="en-US" sz="22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#	augmented regular expression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8" name="Google Shape;398;p7"/>
          <p:cNvGrpSpPr/>
          <p:nvPr/>
        </p:nvGrpSpPr>
        <p:grpSpPr>
          <a:xfrm>
            <a:off x="785812" y="2584450"/>
            <a:ext cx="2460625" cy="3162300"/>
            <a:chOff x="576" y="1536"/>
            <a:chExt cx="1679" cy="2158"/>
          </a:xfrm>
        </p:grpSpPr>
        <p:cxnSp>
          <p:nvCxnSpPr>
            <p:cNvPr id="399" name="Google Shape;399;p7"/>
            <p:cNvCxnSpPr/>
            <p:nvPr/>
          </p:nvCxnSpPr>
          <p:spPr>
            <a:xfrm flipH="1">
              <a:off x="1375" y="1708"/>
              <a:ext cx="231" cy="2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7"/>
            <p:cNvCxnSpPr/>
            <p:nvPr/>
          </p:nvCxnSpPr>
          <p:spPr>
            <a:xfrm>
              <a:off x="1722" y="1708"/>
              <a:ext cx="231" cy="2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7"/>
            <p:cNvCxnSpPr/>
            <p:nvPr/>
          </p:nvCxnSpPr>
          <p:spPr>
            <a:xfrm flipH="1">
              <a:off x="1029" y="2051"/>
              <a:ext cx="231" cy="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7"/>
            <p:cNvCxnSpPr/>
            <p:nvPr/>
          </p:nvCxnSpPr>
          <p:spPr>
            <a:xfrm>
              <a:off x="1375" y="2051"/>
              <a:ext cx="231" cy="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7"/>
            <p:cNvCxnSpPr/>
            <p:nvPr/>
          </p:nvCxnSpPr>
          <p:spPr>
            <a:xfrm>
              <a:off x="1029" y="2394"/>
              <a:ext cx="0" cy="2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7"/>
            <p:cNvCxnSpPr/>
            <p:nvPr/>
          </p:nvCxnSpPr>
          <p:spPr>
            <a:xfrm flipH="1">
              <a:off x="740" y="2851"/>
              <a:ext cx="233" cy="2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7"/>
            <p:cNvCxnSpPr/>
            <p:nvPr/>
          </p:nvCxnSpPr>
          <p:spPr>
            <a:xfrm>
              <a:off x="1086" y="2851"/>
              <a:ext cx="232" cy="2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6" name="Google Shape;406;p7"/>
            <p:cNvSpPr txBox="1"/>
            <p:nvPr/>
          </p:nvSpPr>
          <p:spPr>
            <a:xfrm>
              <a:off x="1549" y="1536"/>
              <a:ext cx="210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7"/>
            <p:cNvSpPr txBox="1"/>
            <p:nvPr/>
          </p:nvSpPr>
          <p:spPr>
            <a:xfrm>
              <a:off x="913" y="2222"/>
              <a:ext cx="211" cy="3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7"/>
            <p:cNvSpPr txBox="1"/>
            <p:nvPr/>
          </p:nvSpPr>
          <p:spPr>
            <a:xfrm>
              <a:off x="1202" y="1879"/>
              <a:ext cx="211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7"/>
            <p:cNvSpPr txBox="1"/>
            <p:nvPr/>
          </p:nvSpPr>
          <p:spPr>
            <a:xfrm>
              <a:off x="913" y="2680"/>
              <a:ext cx="211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7"/>
            <p:cNvSpPr txBox="1"/>
            <p:nvPr/>
          </p:nvSpPr>
          <p:spPr>
            <a:xfrm>
              <a:off x="1260" y="3023"/>
              <a:ext cx="210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7"/>
            <p:cNvSpPr txBox="1"/>
            <p:nvPr/>
          </p:nvSpPr>
          <p:spPr>
            <a:xfrm>
              <a:off x="1549" y="2222"/>
              <a:ext cx="210" cy="3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7"/>
            <p:cNvSpPr txBox="1"/>
            <p:nvPr/>
          </p:nvSpPr>
          <p:spPr>
            <a:xfrm>
              <a:off x="1895" y="1879"/>
              <a:ext cx="210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7"/>
            <p:cNvSpPr txBox="1"/>
            <p:nvPr/>
          </p:nvSpPr>
          <p:spPr>
            <a:xfrm>
              <a:off x="624" y="3023"/>
              <a:ext cx="211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7"/>
            <p:cNvSpPr txBox="1"/>
            <p:nvPr/>
          </p:nvSpPr>
          <p:spPr>
            <a:xfrm>
              <a:off x="576" y="3360"/>
              <a:ext cx="239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7"/>
            <p:cNvSpPr txBox="1"/>
            <p:nvPr/>
          </p:nvSpPr>
          <p:spPr>
            <a:xfrm>
              <a:off x="2016" y="2064"/>
              <a:ext cx="239" cy="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7"/>
            <p:cNvSpPr txBox="1"/>
            <p:nvPr/>
          </p:nvSpPr>
          <p:spPr>
            <a:xfrm>
              <a:off x="1680" y="2496"/>
              <a:ext cx="239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7"/>
            <p:cNvSpPr txBox="1"/>
            <p:nvPr/>
          </p:nvSpPr>
          <p:spPr>
            <a:xfrm>
              <a:off x="1344" y="3360"/>
              <a:ext cx="216" cy="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500"/>
                <a:buFont typeface="Times New Roman"/>
                <a:buNone/>
              </a:pPr>
              <a:r>
                <a:rPr b="1" i="0" lang="en-US" sz="2500" u="none" cap="none" strike="noStrik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7"/>
          <p:cNvSpPr txBox="1"/>
          <p:nvPr/>
        </p:nvSpPr>
        <p:spPr>
          <a:xfrm>
            <a:off x="3727450" y="2376487"/>
            <a:ext cx="4816475" cy="270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Times New Roman"/>
              <a:buNone/>
            </a:pPr>
            <a:r>
              <a:rPr b="1" i="0" lang="en-US" sz="3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tree of   (a|b)</a:t>
            </a:r>
            <a:r>
              <a:rPr b="1" baseline="30000" i="0" lang="en-US" sz="3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</a:t>
            </a:r>
            <a:r>
              <a:rPr b="1" i="0" lang="en-US" sz="3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#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t/>
            </a:r>
            <a:endParaRPr b="1" i="0" sz="33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Char char="•"/>
            </a:pPr>
            <a:r>
              <a:rPr b="1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each symbol is numbered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Char char="•"/>
            </a:pPr>
            <a:r>
              <a:rPr b="1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each symbol is at a leaf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Char char="•"/>
            </a:pPr>
            <a:r>
              <a:rPr b="1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inner nodes are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Nullable: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 that are the root of some sub-expression that generate empty string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by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nullable (n) = true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with position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nullable (n) = false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or-node (|) with children c1 and c2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nullable (n) = nullable(c1) or nullable (c2)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cat-node (∙) with children c1 and c2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nullable (n) = nullable(c1) and nullable (c2)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star-node (*) with children c1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nullable (n) = true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grpSp>
        <p:nvGrpSpPr>
          <p:cNvPr id="425" name="Google Shape;425;p8"/>
          <p:cNvGrpSpPr/>
          <p:nvPr/>
        </p:nvGrpSpPr>
        <p:grpSpPr>
          <a:xfrm>
            <a:off x="6477000" y="3810000"/>
            <a:ext cx="987425" cy="958850"/>
            <a:chOff x="4992" y="2411"/>
            <a:chExt cx="672" cy="634"/>
          </a:xfrm>
        </p:grpSpPr>
        <p:sp>
          <p:nvSpPr>
            <p:cNvPr id="426" name="Google Shape;426;p8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9" name="Google Shape;429;p8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0" name="Google Shape;430;p8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1" name="Google Shape;431;p8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8"/>
          <p:cNvGrpSpPr/>
          <p:nvPr/>
        </p:nvGrpSpPr>
        <p:grpSpPr>
          <a:xfrm>
            <a:off x="6553200" y="4876800"/>
            <a:ext cx="987425" cy="958850"/>
            <a:chOff x="4992" y="2411"/>
            <a:chExt cx="672" cy="634"/>
          </a:xfrm>
        </p:grpSpPr>
        <p:sp>
          <p:nvSpPr>
            <p:cNvPr id="433" name="Google Shape;433;p8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8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" name="Google Shape;437;p8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8" name="Google Shape;438;p8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8"/>
          <p:cNvGrpSpPr/>
          <p:nvPr/>
        </p:nvGrpSpPr>
        <p:grpSpPr>
          <a:xfrm>
            <a:off x="6629400" y="5791200"/>
            <a:ext cx="561975" cy="1019175"/>
            <a:chOff x="4176" y="3648"/>
            <a:chExt cx="354" cy="642"/>
          </a:xfrm>
        </p:grpSpPr>
        <p:sp>
          <p:nvSpPr>
            <p:cNvPr id="440" name="Google Shape;440;p8"/>
            <p:cNvSpPr/>
            <p:nvPr/>
          </p:nvSpPr>
          <p:spPr>
            <a:xfrm>
              <a:off x="4352" y="3683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228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4343" y="4107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8"/>
            <p:cNvCxnSpPr/>
            <p:nvPr/>
          </p:nvCxnSpPr>
          <p:spPr>
            <a:xfrm>
              <a:off x="4442" y="3897"/>
              <a:ext cx="1" cy="18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3" name="Google Shape;443;p8"/>
            <p:cNvSpPr txBox="1"/>
            <p:nvPr/>
          </p:nvSpPr>
          <p:spPr>
            <a:xfrm>
              <a:off x="4176" y="3648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Firstpos(n):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positions that can match the first symbol of a string generated by the sub-expression rooted at n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by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 (n) = ∅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with position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 (n) = {i}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or-node (|) with children c1 and c2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 (n) = firstpos(c1) ∪ firstpos (c2)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cat-node (∙) with children c1 and c2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firstpos(n) = If nullable (c1) then firstpos(c1) ∪ firstpos (c2)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else firstpos(c1)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star-node (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with children c1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 (n) = firstpos(c1)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grpSp>
        <p:nvGrpSpPr>
          <p:cNvPr id="450" name="Google Shape;450;p9"/>
          <p:cNvGrpSpPr/>
          <p:nvPr/>
        </p:nvGrpSpPr>
        <p:grpSpPr>
          <a:xfrm>
            <a:off x="7623175" y="3810000"/>
            <a:ext cx="987425" cy="958850"/>
            <a:chOff x="4992" y="2411"/>
            <a:chExt cx="672" cy="634"/>
          </a:xfrm>
        </p:grpSpPr>
        <p:sp>
          <p:nvSpPr>
            <p:cNvPr id="451" name="Google Shape;451;p9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4" name="Google Shape;454;p9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" name="Google Shape;455;p9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6" name="Google Shape;456;p9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9"/>
          <p:cNvGrpSpPr/>
          <p:nvPr/>
        </p:nvGrpSpPr>
        <p:grpSpPr>
          <a:xfrm>
            <a:off x="7699375" y="4876800"/>
            <a:ext cx="987425" cy="958850"/>
            <a:chOff x="4992" y="2411"/>
            <a:chExt cx="672" cy="634"/>
          </a:xfrm>
        </p:grpSpPr>
        <p:sp>
          <p:nvSpPr>
            <p:cNvPr id="458" name="Google Shape;458;p9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1" name="Google Shape;461;p9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" name="Google Shape;462;p9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3" name="Google Shape;463;p9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9"/>
          <p:cNvGrpSpPr/>
          <p:nvPr/>
        </p:nvGrpSpPr>
        <p:grpSpPr>
          <a:xfrm>
            <a:off x="7775575" y="5791200"/>
            <a:ext cx="561975" cy="1019175"/>
            <a:chOff x="4176" y="3648"/>
            <a:chExt cx="354" cy="642"/>
          </a:xfrm>
        </p:grpSpPr>
        <p:sp>
          <p:nvSpPr>
            <p:cNvPr id="465" name="Google Shape;465;p9"/>
            <p:cNvSpPr/>
            <p:nvPr/>
          </p:nvSpPr>
          <p:spPr>
            <a:xfrm>
              <a:off x="4352" y="3683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228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4343" y="4107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9"/>
            <p:cNvCxnSpPr/>
            <p:nvPr/>
          </p:nvCxnSpPr>
          <p:spPr>
            <a:xfrm>
              <a:off x="4442" y="3897"/>
              <a:ext cx="1" cy="18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8" name="Google Shape;468;p9"/>
            <p:cNvSpPr txBox="1"/>
            <p:nvPr/>
          </p:nvSpPr>
          <p:spPr>
            <a:xfrm>
              <a:off x="4176" y="3648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Lastpos(n):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positions that can match the last symbol of a string generated by the sub-expression rooted at n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by </a:t>
            </a:r>
            <a:r>
              <a:rPr b="0" i="0" lang="en-US" sz="20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lastpos (n) = ∅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 leaf labeled with position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lastpos (n) = {i}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or-node (|) with children c1 and c2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lastpos (n) = lastpos(c1) ∪ lastpos (c2)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cat-node (∙) with children c1 and c2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lastpos(n) = If nullable (c2) then lastpos(c1) ∪ lastpos (c2)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else lastpos(c2)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 is an star-node (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with children c1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1" i="0" lang="en-US" sz="1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lastpos (n) = lastpos(c1)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0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grpSp>
        <p:nvGrpSpPr>
          <p:cNvPr id="475" name="Google Shape;475;p10"/>
          <p:cNvGrpSpPr/>
          <p:nvPr/>
        </p:nvGrpSpPr>
        <p:grpSpPr>
          <a:xfrm>
            <a:off x="7623175" y="3810000"/>
            <a:ext cx="987425" cy="958850"/>
            <a:chOff x="4992" y="2411"/>
            <a:chExt cx="672" cy="634"/>
          </a:xfrm>
        </p:grpSpPr>
        <p:sp>
          <p:nvSpPr>
            <p:cNvPr id="476" name="Google Shape;476;p10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10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10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1" name="Google Shape;481;p10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10"/>
          <p:cNvGrpSpPr/>
          <p:nvPr/>
        </p:nvGrpSpPr>
        <p:grpSpPr>
          <a:xfrm>
            <a:off x="7699375" y="4876800"/>
            <a:ext cx="987425" cy="958850"/>
            <a:chOff x="4992" y="2411"/>
            <a:chExt cx="672" cy="634"/>
          </a:xfrm>
        </p:grpSpPr>
        <p:sp>
          <p:nvSpPr>
            <p:cNvPr id="483" name="Google Shape;483;p10"/>
            <p:cNvSpPr/>
            <p:nvPr/>
          </p:nvSpPr>
          <p:spPr>
            <a:xfrm>
              <a:off x="5232" y="2448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5472" y="2832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4992" y="2853"/>
              <a:ext cx="192" cy="192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" name="Google Shape;486;p10"/>
            <p:cNvCxnSpPr/>
            <p:nvPr/>
          </p:nvCxnSpPr>
          <p:spPr>
            <a:xfrm flipH="1">
              <a:off x="5136" y="2640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" name="Google Shape;487;p10"/>
            <p:cNvCxnSpPr/>
            <p:nvPr/>
          </p:nvCxnSpPr>
          <p:spPr>
            <a:xfrm>
              <a:off x="5415" y="2631"/>
              <a:ext cx="96" cy="19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8" name="Google Shape;488;p10"/>
            <p:cNvSpPr txBox="1"/>
            <p:nvPr/>
          </p:nvSpPr>
          <p:spPr>
            <a:xfrm>
              <a:off x="5042" y="2411"/>
              <a:ext cx="220" cy="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10"/>
          <p:cNvGrpSpPr/>
          <p:nvPr/>
        </p:nvGrpSpPr>
        <p:grpSpPr>
          <a:xfrm>
            <a:off x="7775575" y="5791200"/>
            <a:ext cx="561975" cy="1019175"/>
            <a:chOff x="4176" y="3648"/>
            <a:chExt cx="354" cy="642"/>
          </a:xfrm>
        </p:grpSpPr>
        <p:sp>
          <p:nvSpPr>
            <p:cNvPr id="490" name="Google Shape;490;p10"/>
            <p:cNvSpPr/>
            <p:nvPr/>
          </p:nvSpPr>
          <p:spPr>
            <a:xfrm>
              <a:off x="4352" y="3683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228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4343" y="4107"/>
              <a:ext cx="178" cy="183"/>
            </a:xfrm>
            <a:prstGeom prst="ellipse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2" name="Google Shape;492;p10"/>
            <p:cNvCxnSpPr/>
            <p:nvPr/>
          </p:nvCxnSpPr>
          <p:spPr>
            <a:xfrm>
              <a:off x="4442" y="3897"/>
              <a:ext cx="1" cy="18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3" name="Google Shape;493;p10"/>
            <p:cNvSpPr txBox="1"/>
            <p:nvPr/>
          </p:nvSpPr>
          <p:spPr>
            <a:xfrm>
              <a:off x="4176" y="3648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"/>
          <p:cNvSpPr txBox="1"/>
          <p:nvPr/>
        </p:nvSpPr>
        <p:spPr>
          <a:xfrm>
            <a:off x="7048500" y="6248400"/>
            <a:ext cx="179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 txBox="1"/>
          <p:nvPr>
            <p:ph type="title"/>
          </p:nvPr>
        </p:nvSpPr>
        <p:spPr>
          <a:xfrm>
            <a:off x="561975" y="263525"/>
            <a:ext cx="8229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evaluate  firstpos, lastpos, nullable</a:t>
            </a:r>
            <a:endParaRPr/>
          </a:p>
        </p:txBody>
      </p:sp>
      <p:graphicFrame>
        <p:nvGraphicFramePr>
          <p:cNvPr id="500" name="Google Shape;500;p11"/>
          <p:cNvGraphicFramePr/>
          <p:nvPr/>
        </p:nvGraphicFramePr>
        <p:xfrm>
          <a:off x="533400" y="124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1477950"/>
                <a:gridCol w="1757350"/>
                <a:gridCol w="2451100"/>
                <a:gridCol w="2473325"/>
              </a:tblGrid>
              <a:tr h="5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en-US" sz="2200" u="sng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en-US" sz="2200" u="sng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nullable(n)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en-US" sz="2200" u="sng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firstpos(n)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en-US" sz="2200" u="sng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lastpos(n)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leaf labeled ε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Φ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Φ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leaf labeled with position i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false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{i}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{i}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b="1" i="0" sz="1700" u="none" cap="none" strike="noStrike">
                        <a:solidFill>
                          <a:srgbClr val="0000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c</a:t>
                      </a:r>
                      <a:r>
                        <a:rPr b="1" baseline="-25000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        </a:t>
                      </a: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="1" baseline="-25000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or 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∪ 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∪ 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∙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c</a:t>
                      </a:r>
                      <a:r>
                        <a:rPr b="1" baseline="-25000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           </a:t>
                      </a: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="1" baseline="-25000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and 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(nullable(c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∪ 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else 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(nullable(c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∪ 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else 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="1" baseline="-25000" i="0" lang="en-US" sz="1700" u="none" cap="none" strike="noStrike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firstpos(c</a:t>
                      </a:r>
                      <a:r>
                        <a:rPr b="1" baseline="-25000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lastpos(c</a:t>
                      </a:r>
                      <a:r>
                        <a:rPr b="1" baseline="-25000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1" i="0" lang="en-US" sz="1700" u="none" cap="none" strike="noStrike">
                          <a:solidFill>
                            <a:srgbClr val="99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cap="none" strike="noStrike"/>
                    </a:p>
                  </a:txBody>
                  <a:tcPr marT="42225" marB="42225" marR="84400" marL="8440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01" name="Google Shape;501;p11"/>
          <p:cNvGrpSpPr/>
          <p:nvPr/>
        </p:nvGrpSpPr>
        <p:grpSpPr>
          <a:xfrm>
            <a:off x="964800" y="3498850"/>
            <a:ext cx="633412" cy="1266825"/>
            <a:chOff x="960" y="2160"/>
            <a:chExt cx="432" cy="864"/>
          </a:xfrm>
        </p:grpSpPr>
        <p:grpSp>
          <p:nvGrpSpPr>
            <p:cNvPr id="502" name="Google Shape;502;p11"/>
            <p:cNvGrpSpPr/>
            <p:nvPr/>
          </p:nvGrpSpPr>
          <p:grpSpPr>
            <a:xfrm>
              <a:off x="1008" y="2160"/>
              <a:ext cx="336" cy="144"/>
              <a:chOff x="1008" y="2160"/>
              <a:chExt cx="336" cy="144"/>
            </a:xfrm>
          </p:grpSpPr>
          <p:cxnSp>
            <p:nvCxnSpPr>
              <p:cNvPr id="503" name="Google Shape;503;p11"/>
              <p:cNvCxnSpPr/>
              <p:nvPr/>
            </p:nvCxnSpPr>
            <p:spPr>
              <a:xfrm flipH="1">
                <a:off x="1008" y="2160"/>
                <a:ext cx="96" cy="1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11"/>
              <p:cNvCxnSpPr/>
              <p:nvPr/>
            </p:nvCxnSpPr>
            <p:spPr>
              <a:xfrm>
                <a:off x="1248" y="2160"/>
                <a:ext cx="96" cy="1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05" name="Google Shape;505;p11"/>
            <p:cNvGrpSpPr/>
            <p:nvPr/>
          </p:nvGrpSpPr>
          <p:grpSpPr>
            <a:xfrm>
              <a:off x="960" y="2880"/>
              <a:ext cx="432" cy="144"/>
              <a:chOff x="1152" y="2688"/>
              <a:chExt cx="432" cy="144"/>
            </a:xfrm>
          </p:grpSpPr>
          <p:cxnSp>
            <p:nvCxnSpPr>
              <p:cNvPr id="506" name="Google Shape;506;p11"/>
              <p:cNvCxnSpPr/>
              <p:nvPr/>
            </p:nvCxnSpPr>
            <p:spPr>
              <a:xfrm flipH="1">
                <a:off x="1152" y="2688"/>
                <a:ext cx="144" cy="1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1"/>
              <p:cNvCxnSpPr/>
              <p:nvPr/>
            </p:nvCxnSpPr>
            <p:spPr>
              <a:xfrm>
                <a:off x="1440" y="2688"/>
                <a:ext cx="144" cy="14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508" name="Google Shape;508;p11"/>
          <p:cNvCxnSpPr/>
          <p:nvPr/>
        </p:nvCxnSpPr>
        <p:spPr>
          <a:xfrm>
            <a:off x="1281500" y="5582187"/>
            <a:ext cx="0" cy="21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p11"/>
          <p:cNvCxnSpPr/>
          <p:nvPr/>
        </p:nvCxnSpPr>
        <p:spPr>
          <a:xfrm>
            <a:off x="1302150" y="3356650"/>
            <a:ext cx="0" cy="11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2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firstpos</a:t>
            </a: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lastpos</a:t>
            </a: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endParaRPr/>
          </a:p>
        </p:txBody>
      </p:sp>
      <p:grpSp>
        <p:nvGrpSpPr>
          <p:cNvPr id="515" name="Google Shape;515;p12"/>
          <p:cNvGrpSpPr/>
          <p:nvPr/>
        </p:nvGrpSpPr>
        <p:grpSpPr>
          <a:xfrm>
            <a:off x="1371600" y="1219200"/>
            <a:ext cx="2917825" cy="3968750"/>
            <a:chOff x="864" y="768"/>
            <a:chExt cx="1838" cy="2500"/>
          </a:xfrm>
        </p:grpSpPr>
        <p:sp>
          <p:nvSpPr>
            <p:cNvPr id="516" name="Google Shape;516;p12"/>
            <p:cNvSpPr txBox="1"/>
            <p:nvPr/>
          </p:nvSpPr>
          <p:spPr>
            <a:xfrm>
              <a:off x="2100" y="768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2"/>
            <p:cNvSpPr txBox="1"/>
            <p:nvPr/>
          </p:nvSpPr>
          <p:spPr>
            <a:xfrm>
              <a:off x="1843" y="1095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2"/>
            <p:cNvSpPr txBox="1"/>
            <p:nvPr/>
          </p:nvSpPr>
          <p:spPr>
            <a:xfrm>
              <a:off x="1585" y="142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1327" y="1748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2"/>
            <p:cNvSpPr txBox="1"/>
            <p:nvPr/>
          </p:nvSpPr>
          <p:spPr>
            <a:xfrm>
              <a:off x="1078" y="2093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2"/>
            <p:cNvSpPr txBox="1"/>
            <p:nvPr/>
          </p:nvSpPr>
          <p:spPr>
            <a:xfrm>
              <a:off x="2506" y="1087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2"/>
            <p:cNvSpPr txBox="1"/>
            <p:nvPr/>
          </p:nvSpPr>
          <p:spPr>
            <a:xfrm>
              <a:off x="2203" y="1425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2"/>
            <p:cNvSpPr txBox="1"/>
            <p:nvPr/>
          </p:nvSpPr>
          <p:spPr>
            <a:xfrm>
              <a:off x="1932" y="1763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2"/>
            <p:cNvSpPr txBox="1"/>
            <p:nvPr/>
          </p:nvSpPr>
          <p:spPr>
            <a:xfrm>
              <a:off x="1660" y="2100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2"/>
            <p:cNvSpPr txBox="1"/>
            <p:nvPr/>
          </p:nvSpPr>
          <p:spPr>
            <a:xfrm>
              <a:off x="1389" y="2863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6" name="Google Shape;526;p12"/>
            <p:cNvCxnSpPr/>
            <p:nvPr/>
          </p:nvCxnSpPr>
          <p:spPr>
            <a:xfrm flipH="1">
              <a:off x="1976" y="961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7" name="Google Shape;527;p12"/>
            <p:cNvCxnSpPr/>
            <p:nvPr/>
          </p:nvCxnSpPr>
          <p:spPr>
            <a:xfrm flipH="1">
              <a:off x="1726" y="129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8" name="Google Shape;528;p12"/>
            <p:cNvCxnSpPr/>
            <p:nvPr/>
          </p:nvCxnSpPr>
          <p:spPr>
            <a:xfrm flipH="1">
              <a:off x="1467" y="1614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9" name="Google Shape;529;p12"/>
            <p:cNvCxnSpPr/>
            <p:nvPr/>
          </p:nvCxnSpPr>
          <p:spPr>
            <a:xfrm flipH="1">
              <a:off x="1209" y="1937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0" name="Google Shape;530;p12"/>
            <p:cNvCxnSpPr/>
            <p:nvPr/>
          </p:nvCxnSpPr>
          <p:spPr>
            <a:xfrm flipH="1">
              <a:off x="959" y="2685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" name="Google Shape;531;p12"/>
            <p:cNvCxnSpPr/>
            <p:nvPr/>
          </p:nvCxnSpPr>
          <p:spPr>
            <a:xfrm>
              <a:off x="2299" y="961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" name="Google Shape;532;p12"/>
            <p:cNvCxnSpPr/>
            <p:nvPr/>
          </p:nvCxnSpPr>
          <p:spPr>
            <a:xfrm>
              <a:off x="1996" y="127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" name="Google Shape;533;p12"/>
            <p:cNvCxnSpPr/>
            <p:nvPr/>
          </p:nvCxnSpPr>
          <p:spPr>
            <a:xfrm>
              <a:off x="1740" y="1599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" name="Google Shape;534;p12"/>
            <p:cNvCxnSpPr/>
            <p:nvPr/>
          </p:nvCxnSpPr>
          <p:spPr>
            <a:xfrm>
              <a:off x="1476" y="1916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5" name="Google Shape;535;p12"/>
            <p:cNvCxnSpPr/>
            <p:nvPr/>
          </p:nvCxnSpPr>
          <p:spPr>
            <a:xfrm>
              <a:off x="1209" y="2668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6" name="Google Shape;536;p12"/>
            <p:cNvSpPr txBox="1"/>
            <p:nvPr/>
          </p:nvSpPr>
          <p:spPr>
            <a:xfrm>
              <a:off x="864" y="2863"/>
              <a:ext cx="196" cy="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7" name="Google Shape;537;p12"/>
            <p:cNvCxnSpPr/>
            <p:nvPr/>
          </p:nvCxnSpPr>
          <p:spPr>
            <a:xfrm>
              <a:off x="1167" y="2280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8" name="Google Shape;538;p12"/>
            <p:cNvSpPr txBox="1"/>
            <p:nvPr/>
          </p:nvSpPr>
          <p:spPr>
            <a:xfrm>
              <a:off x="1092" y="2535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12"/>
          <p:cNvGrpSpPr/>
          <p:nvPr/>
        </p:nvGrpSpPr>
        <p:grpSpPr>
          <a:xfrm>
            <a:off x="4800600" y="1447800"/>
            <a:ext cx="4040187" cy="3857625"/>
            <a:chOff x="3024" y="912"/>
            <a:chExt cx="2545" cy="2430"/>
          </a:xfrm>
        </p:grpSpPr>
        <p:sp>
          <p:nvSpPr>
            <p:cNvPr id="540" name="Google Shape;540;p12"/>
            <p:cNvSpPr txBox="1"/>
            <p:nvPr/>
          </p:nvSpPr>
          <p:spPr>
            <a:xfrm>
              <a:off x="4452" y="938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2"/>
            <p:cNvSpPr txBox="1"/>
            <p:nvPr/>
          </p:nvSpPr>
          <p:spPr>
            <a:xfrm>
              <a:off x="4195" y="1265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2"/>
            <p:cNvSpPr txBox="1"/>
            <p:nvPr/>
          </p:nvSpPr>
          <p:spPr>
            <a:xfrm>
              <a:off x="3937" y="159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2"/>
            <p:cNvSpPr txBox="1"/>
            <p:nvPr/>
          </p:nvSpPr>
          <p:spPr>
            <a:xfrm>
              <a:off x="3679" y="1918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2"/>
            <p:cNvSpPr txBox="1"/>
            <p:nvPr/>
          </p:nvSpPr>
          <p:spPr>
            <a:xfrm>
              <a:off x="3430" y="2263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2"/>
            <p:cNvSpPr txBox="1"/>
            <p:nvPr/>
          </p:nvSpPr>
          <p:spPr>
            <a:xfrm>
              <a:off x="5166" y="151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2"/>
            <p:cNvSpPr txBox="1"/>
            <p:nvPr/>
          </p:nvSpPr>
          <p:spPr>
            <a:xfrm>
              <a:off x="4863" y="185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2"/>
            <p:cNvSpPr txBox="1"/>
            <p:nvPr/>
          </p:nvSpPr>
          <p:spPr>
            <a:xfrm>
              <a:off x="4560" y="2142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2"/>
            <p:cNvSpPr txBox="1"/>
            <p:nvPr/>
          </p:nvSpPr>
          <p:spPr>
            <a:xfrm>
              <a:off x="4316" y="247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2"/>
            <p:cNvSpPr txBox="1"/>
            <p:nvPr/>
          </p:nvSpPr>
          <p:spPr>
            <a:xfrm>
              <a:off x="3741" y="3033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550;p12"/>
            <p:cNvCxnSpPr/>
            <p:nvPr/>
          </p:nvCxnSpPr>
          <p:spPr>
            <a:xfrm flipH="1">
              <a:off x="4328" y="1131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1" name="Google Shape;551;p12"/>
            <p:cNvCxnSpPr/>
            <p:nvPr/>
          </p:nvCxnSpPr>
          <p:spPr>
            <a:xfrm flipH="1">
              <a:off x="4078" y="146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2" name="Google Shape;552;p12"/>
            <p:cNvCxnSpPr/>
            <p:nvPr/>
          </p:nvCxnSpPr>
          <p:spPr>
            <a:xfrm flipH="1">
              <a:off x="3819" y="1784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3" name="Google Shape;553;p12"/>
            <p:cNvCxnSpPr/>
            <p:nvPr/>
          </p:nvCxnSpPr>
          <p:spPr>
            <a:xfrm flipH="1">
              <a:off x="3561" y="2107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4" name="Google Shape;554;p12"/>
            <p:cNvCxnSpPr/>
            <p:nvPr/>
          </p:nvCxnSpPr>
          <p:spPr>
            <a:xfrm flipH="1">
              <a:off x="3311" y="2855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5" name="Google Shape;555;p12"/>
            <p:cNvCxnSpPr/>
            <p:nvPr/>
          </p:nvCxnSpPr>
          <p:spPr>
            <a:xfrm>
              <a:off x="4651" y="1131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6" name="Google Shape;556;p12"/>
            <p:cNvCxnSpPr/>
            <p:nvPr/>
          </p:nvCxnSpPr>
          <p:spPr>
            <a:xfrm>
              <a:off x="4348" y="1442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7" name="Google Shape;557;p12"/>
            <p:cNvCxnSpPr/>
            <p:nvPr/>
          </p:nvCxnSpPr>
          <p:spPr>
            <a:xfrm>
              <a:off x="4092" y="1769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8" name="Google Shape;558;p12"/>
            <p:cNvCxnSpPr/>
            <p:nvPr/>
          </p:nvCxnSpPr>
          <p:spPr>
            <a:xfrm>
              <a:off x="3828" y="2086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59" name="Google Shape;559;p12"/>
            <p:cNvCxnSpPr/>
            <p:nvPr/>
          </p:nvCxnSpPr>
          <p:spPr>
            <a:xfrm>
              <a:off x="3561" y="2838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60" name="Google Shape;560;p12"/>
            <p:cNvSpPr txBox="1"/>
            <p:nvPr/>
          </p:nvSpPr>
          <p:spPr>
            <a:xfrm>
              <a:off x="3216" y="303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" name="Google Shape;561;p12"/>
            <p:cNvCxnSpPr/>
            <p:nvPr/>
          </p:nvCxnSpPr>
          <p:spPr>
            <a:xfrm>
              <a:off x="3519" y="2450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62" name="Google Shape;562;p12"/>
            <p:cNvSpPr txBox="1"/>
            <p:nvPr/>
          </p:nvSpPr>
          <p:spPr>
            <a:xfrm>
              <a:off x="3444" y="2705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2"/>
            <p:cNvSpPr txBox="1"/>
            <p:nvPr/>
          </p:nvSpPr>
          <p:spPr>
            <a:xfrm>
              <a:off x="3024" y="31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2"/>
            <p:cNvSpPr txBox="1"/>
            <p:nvPr/>
          </p:nvSpPr>
          <p:spPr>
            <a:xfrm>
              <a:off x="3580" y="31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2"/>
            <p:cNvSpPr txBox="1"/>
            <p:nvPr/>
          </p:nvSpPr>
          <p:spPr>
            <a:xfrm>
              <a:off x="3840" y="31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2"/>
            <p:cNvSpPr txBox="1"/>
            <p:nvPr/>
          </p:nvSpPr>
          <p:spPr>
            <a:xfrm>
              <a:off x="3303" y="31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2"/>
            <p:cNvSpPr txBox="1"/>
            <p:nvPr/>
          </p:nvSpPr>
          <p:spPr>
            <a:xfrm>
              <a:off x="3024" y="2718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2"/>
            <p:cNvSpPr txBox="1"/>
            <p:nvPr/>
          </p:nvSpPr>
          <p:spPr>
            <a:xfrm>
              <a:off x="3600" y="2698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2"/>
            <p:cNvSpPr txBox="1"/>
            <p:nvPr/>
          </p:nvSpPr>
          <p:spPr>
            <a:xfrm>
              <a:off x="3096" y="2258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2"/>
            <p:cNvSpPr txBox="1"/>
            <p:nvPr/>
          </p:nvSpPr>
          <p:spPr>
            <a:xfrm>
              <a:off x="3545" y="2266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2"/>
            <p:cNvSpPr txBox="1"/>
            <p:nvPr/>
          </p:nvSpPr>
          <p:spPr>
            <a:xfrm>
              <a:off x="3168" y="190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2"/>
            <p:cNvSpPr txBox="1"/>
            <p:nvPr/>
          </p:nvSpPr>
          <p:spPr>
            <a:xfrm>
              <a:off x="3841" y="191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2"/>
            <p:cNvSpPr txBox="1"/>
            <p:nvPr/>
          </p:nvSpPr>
          <p:spPr>
            <a:xfrm>
              <a:off x="3378" y="1570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2"/>
            <p:cNvSpPr txBox="1"/>
            <p:nvPr/>
          </p:nvSpPr>
          <p:spPr>
            <a:xfrm>
              <a:off x="4051" y="1583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2"/>
            <p:cNvSpPr txBox="1"/>
            <p:nvPr/>
          </p:nvSpPr>
          <p:spPr>
            <a:xfrm>
              <a:off x="3648" y="1248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2"/>
            <p:cNvSpPr txBox="1"/>
            <p:nvPr/>
          </p:nvSpPr>
          <p:spPr>
            <a:xfrm>
              <a:off x="4321" y="125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2"/>
            <p:cNvSpPr txBox="1"/>
            <p:nvPr/>
          </p:nvSpPr>
          <p:spPr>
            <a:xfrm>
              <a:off x="3954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2"/>
            <p:cNvSpPr txBox="1"/>
            <p:nvPr/>
          </p:nvSpPr>
          <p:spPr>
            <a:xfrm>
              <a:off x="4627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2"/>
            <p:cNvSpPr txBox="1"/>
            <p:nvPr/>
          </p:nvSpPr>
          <p:spPr>
            <a:xfrm>
              <a:off x="4129" y="26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2"/>
            <p:cNvSpPr txBox="1"/>
            <p:nvPr/>
          </p:nvSpPr>
          <p:spPr>
            <a:xfrm>
              <a:off x="4465" y="26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2"/>
            <p:cNvSpPr txBox="1"/>
            <p:nvPr/>
          </p:nvSpPr>
          <p:spPr>
            <a:xfrm>
              <a:off x="4368" y="2238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2"/>
            <p:cNvSpPr txBox="1"/>
            <p:nvPr/>
          </p:nvSpPr>
          <p:spPr>
            <a:xfrm>
              <a:off x="4704" y="2238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2"/>
            <p:cNvSpPr txBox="1"/>
            <p:nvPr/>
          </p:nvSpPr>
          <p:spPr>
            <a:xfrm>
              <a:off x="4657" y="19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2"/>
            <p:cNvSpPr txBox="1"/>
            <p:nvPr/>
          </p:nvSpPr>
          <p:spPr>
            <a:xfrm>
              <a:off x="4993" y="193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2"/>
            <p:cNvSpPr txBox="1"/>
            <p:nvPr/>
          </p:nvSpPr>
          <p:spPr>
            <a:xfrm>
              <a:off x="4946" y="162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2"/>
            <p:cNvSpPr txBox="1"/>
            <p:nvPr/>
          </p:nvSpPr>
          <p:spPr>
            <a:xfrm>
              <a:off x="5282" y="162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3"/>
          <p:cNvSpPr txBox="1"/>
          <p:nvPr/>
        </p:nvSpPr>
        <p:spPr>
          <a:xfrm>
            <a:off x="7048500" y="6030912"/>
            <a:ext cx="1790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634A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6F63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3"/>
          <p:cNvSpPr txBox="1"/>
          <p:nvPr>
            <p:ph type="title"/>
          </p:nvPr>
        </p:nvSpPr>
        <p:spPr>
          <a:xfrm>
            <a:off x="1055687" y="544512"/>
            <a:ext cx="7315200" cy="985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</a:t>
            </a:r>
            <a:endParaRPr/>
          </a:p>
        </p:txBody>
      </p:sp>
      <p:sp>
        <p:nvSpPr>
          <p:cNvPr id="593" name="Google Shape;593;p13"/>
          <p:cNvSpPr txBox="1"/>
          <p:nvPr/>
        </p:nvSpPr>
        <p:spPr>
          <a:xfrm>
            <a:off x="477837" y="1381125"/>
            <a:ext cx="8380412" cy="506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1" i="1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define  the function followpos for the positions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1" i="1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(positions assigned to leaves).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t/>
            </a:r>
            <a:endParaRPr b="1" i="1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900" u="none" cap="none" strike="noStrike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followpos(i)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:  </a:t>
            </a: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set of positions which can follow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the position i in the strings generated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the augmented regular expression.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    ( a | b)</a:t>
            </a:r>
            <a:r>
              <a:rPr b="1" baseline="3000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*</a:t>
            </a: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 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1      2       3  4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200" u="none" cap="none" strike="noStrike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followpos(1) = {1,2,3}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followpos(2) = {1,2,3}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followpos(3) = {4}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followpos(4) =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 txBox="1"/>
          <p:nvPr/>
        </p:nvSpPr>
        <p:spPr>
          <a:xfrm>
            <a:off x="4852987" y="4765675"/>
            <a:ext cx="324485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followpos is just defined for leaves,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not defined for inner nodes.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4"/>
          <p:cNvSpPr txBox="1"/>
          <p:nvPr>
            <p:ph idx="1" type="body"/>
          </p:nvPr>
        </p:nvSpPr>
        <p:spPr>
          <a:xfrm>
            <a:off x="76200" y="955675"/>
            <a:ext cx="91440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Tells what positions can follow position i in the syntax tree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1: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cat-node with left child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right child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position in lastpos (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then all positions in firstpos(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in followpos(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∈ lastpos(c1)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followpos(i) = followpos(i)  ∪ firstpos(c2) 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 2: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star node, and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position in lastpos(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then all positions in firstpos(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in followpos(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∈ lastpos(n)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followpos(i) = followpos(i)  ∪ firstpos(n) 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computing </a:t>
            </a:r>
            <a:r>
              <a:rPr b="0" i="0" lang="en-US" sz="20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firstpos and lastpos for each node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follow pos of each position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computed by making depth-first traversal of the syntax tree</a:t>
            </a:r>
            <a:endParaRPr b="1" i="0" sz="20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CC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4"/>
          <p:cNvSpPr txBox="1"/>
          <p:nvPr>
            <p:ph type="title"/>
          </p:nvPr>
        </p:nvSpPr>
        <p:spPr>
          <a:xfrm>
            <a:off x="304800" y="7937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"/>
          <p:cNvSpPr txBox="1"/>
          <p:nvPr>
            <p:ph type="title"/>
          </p:nvPr>
        </p:nvSpPr>
        <p:spPr>
          <a:xfrm>
            <a:off x="304800" y="274637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followpos</a:t>
            </a: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endParaRPr/>
          </a:p>
        </p:txBody>
      </p:sp>
      <p:sp>
        <p:nvSpPr>
          <p:cNvPr id="607" name="Google Shape;607;p15"/>
          <p:cNvSpPr txBox="1"/>
          <p:nvPr>
            <p:ph idx="1" type="body"/>
          </p:nvPr>
        </p:nvSpPr>
        <p:spPr>
          <a:xfrm>
            <a:off x="533400" y="14478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star-node: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lastpos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(*) = {1,2} and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(*)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{1,2}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Rule 2: 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followpos{1} = {1,2}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followpos{2} = {1,2}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15"/>
          <p:cNvGrpSpPr/>
          <p:nvPr/>
        </p:nvGrpSpPr>
        <p:grpSpPr>
          <a:xfrm>
            <a:off x="990600" y="914400"/>
            <a:ext cx="4040187" cy="3857625"/>
            <a:chOff x="624" y="576"/>
            <a:chExt cx="2545" cy="2430"/>
          </a:xfrm>
        </p:grpSpPr>
        <p:sp>
          <p:nvSpPr>
            <p:cNvPr id="609" name="Google Shape;609;p15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5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5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5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5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5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5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5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5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5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9" name="Google Shape;619;p15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0" name="Google Shape;620;p15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1" name="Google Shape;621;p15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2" name="Google Shape;622;p15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3" name="Google Shape;623;p15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4" name="Google Shape;624;p15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5" name="Google Shape;625;p15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6" name="Google Shape;626;p15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7" name="Google Shape;627;p15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8" name="Google Shape;628;p15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9" name="Google Shape;629;p15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0" name="Google Shape;630;p15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1" name="Google Shape;631;p15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5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5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5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5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5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5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5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5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5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5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5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5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5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5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5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5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5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5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5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5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656" name="Google Shape;656;p15"/>
          <p:cNvGraphicFramePr/>
          <p:nvPr/>
        </p:nvGraphicFramePr>
        <p:xfrm>
          <a:off x="6096000" y="82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811200"/>
                <a:gridCol w="636575"/>
                <a:gridCol w="144780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followpos</a:t>
            </a: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endParaRPr/>
          </a:p>
        </p:txBody>
      </p:sp>
      <p:sp>
        <p:nvSpPr>
          <p:cNvPr id="662" name="Google Shape;662;p16"/>
          <p:cNvSpPr txBox="1"/>
          <p:nvPr>
            <p:ph idx="1" type="body"/>
          </p:nvPr>
        </p:nvSpPr>
        <p:spPr>
          <a:xfrm>
            <a:off x="533400" y="16764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cat-node above the star-node, ‘*’ is left child and ‘a’ is right child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lastpos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(*) = {1,2} and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firstpos(a)=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{3}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Rule 1: </a:t>
            </a:r>
            <a:endParaRPr/>
          </a:p>
          <a:p>
            <a:pPr indent="-228600" lvl="4" marL="20574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followpos{1} = {3}</a:t>
            </a:r>
            <a:endParaRPr/>
          </a:p>
          <a:p>
            <a:pPr indent="-228600" lvl="4" marL="20574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followpos{2} = {3}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3" name="Google Shape;663;p16"/>
          <p:cNvGraphicFramePr/>
          <p:nvPr/>
        </p:nvGraphicFramePr>
        <p:xfrm>
          <a:off x="5943600" y="61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811200"/>
                <a:gridCol w="809625"/>
                <a:gridCol w="1122350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64" name="Google Shape;664;p16"/>
          <p:cNvGrpSpPr/>
          <p:nvPr/>
        </p:nvGrpSpPr>
        <p:grpSpPr>
          <a:xfrm>
            <a:off x="990600" y="838200"/>
            <a:ext cx="4040187" cy="3857625"/>
            <a:chOff x="624" y="576"/>
            <a:chExt cx="2545" cy="2430"/>
          </a:xfrm>
        </p:grpSpPr>
        <p:sp>
          <p:nvSpPr>
            <p:cNvPr id="665" name="Google Shape;665;p16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6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6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6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6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6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6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5" name="Google Shape;675;p16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6" name="Google Shape;676;p16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16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8" name="Google Shape;678;p16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9" name="Google Shape;679;p16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0" name="Google Shape;680;p16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1" name="Google Shape;681;p16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2" name="Google Shape;682;p16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3" name="Google Shape;683;p16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4" name="Google Shape;684;p16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5" name="Google Shape;685;p16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6" name="Google Shape;686;p16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7" name="Google Shape;687;p16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6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6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6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6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6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6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6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6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6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6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6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6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6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6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6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6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6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6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6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6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6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6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6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6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7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followpos</a:t>
            </a: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endParaRPr/>
          </a:p>
        </p:txBody>
      </p:sp>
      <p:sp>
        <p:nvSpPr>
          <p:cNvPr id="717" name="Google Shape;717;p17"/>
          <p:cNvSpPr txBox="1"/>
          <p:nvPr>
            <p:ph idx="1" type="body"/>
          </p:nvPr>
        </p:nvSpPr>
        <p:spPr>
          <a:xfrm>
            <a:off x="533400" y="17526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next cat-node ‘∙’ is left child and ‘b’ is right child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lastpos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(∙) = {3} and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firstpos(b) =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{4}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Rule 1: </a:t>
            </a:r>
            <a:endParaRPr/>
          </a:p>
          <a:p>
            <a:pPr indent="-228600" lvl="4" marL="20574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CC3300"/>
              </a:buClr>
              <a:buSzPts val="1800"/>
              <a:buFont typeface="Arial"/>
              <a:buChar char="»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followpos{3} = {4}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Similarly, followpos{4}={5} and followpos{5}={6}</a:t>
            </a:r>
            <a:endParaRPr/>
          </a:p>
        </p:txBody>
      </p:sp>
      <p:graphicFrame>
        <p:nvGraphicFramePr>
          <p:cNvPr id="718" name="Google Shape;718;p17"/>
          <p:cNvGraphicFramePr/>
          <p:nvPr/>
        </p:nvGraphicFramePr>
        <p:xfrm>
          <a:off x="6019800" y="54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811200"/>
                <a:gridCol w="809625"/>
                <a:gridCol w="1122350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{4}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{5}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{6}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19" name="Google Shape;719;p17"/>
          <p:cNvGrpSpPr/>
          <p:nvPr/>
        </p:nvGrpSpPr>
        <p:grpSpPr>
          <a:xfrm>
            <a:off x="990600" y="914400"/>
            <a:ext cx="4040187" cy="3857625"/>
            <a:chOff x="624" y="576"/>
            <a:chExt cx="2545" cy="2430"/>
          </a:xfrm>
        </p:grpSpPr>
        <p:sp>
          <p:nvSpPr>
            <p:cNvPr id="720" name="Google Shape;720;p17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7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7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7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7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7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7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7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7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7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0" name="Google Shape;730;p17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17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7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3" name="Google Shape;733;p17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4" name="Google Shape;734;p17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7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7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17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17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17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0" name="Google Shape;740;p17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1" name="Google Shape;741;p17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2" name="Google Shape;742;p17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7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7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7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7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7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7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7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7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7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7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7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7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7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7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7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7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7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7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7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7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7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7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7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7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8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Construction of DFA from RE</a:t>
            </a:r>
            <a:endParaRPr/>
          </a:p>
        </p:txBody>
      </p:sp>
      <p:sp>
        <p:nvSpPr>
          <p:cNvPr id="772" name="Google Shape;772;p18"/>
          <p:cNvSpPr txBox="1"/>
          <p:nvPr>
            <p:ph idx="1" type="body"/>
          </p:nvPr>
        </p:nvSpPr>
        <p:spPr>
          <a:xfrm>
            <a:off x="533400" y="1066800"/>
            <a:ext cx="8458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Initially, the only unmarked state in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Dstates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firstpos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root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there is an unmarked state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Dstates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begin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Mark 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each input symbol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do begin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Let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be the set of positions that are in followpos(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for some position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such that the symbol at position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not empty and is not in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Dstates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then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as an unmarked states to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Dstates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Dtrans[T,a]=U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9"/>
          <p:cNvSpPr txBox="1"/>
          <p:nvPr>
            <p:ph type="title"/>
          </p:nvPr>
        </p:nvSpPr>
        <p:spPr>
          <a:xfrm>
            <a:off x="241300" y="192087"/>
            <a:ext cx="8594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DFA for (a|b)*abb#</a:t>
            </a:r>
            <a:endParaRPr/>
          </a:p>
        </p:txBody>
      </p:sp>
      <p:sp>
        <p:nvSpPr>
          <p:cNvPr id="778" name="Google Shape;778;p19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9" name="Google Shape;779;p19"/>
          <p:cNvGraphicFramePr/>
          <p:nvPr/>
        </p:nvGraphicFramePr>
        <p:xfrm>
          <a:off x="6934200" y="576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550850"/>
                <a:gridCol w="549275"/>
                <a:gridCol w="88105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{4}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{5}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{6}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0" name="Google Shape;780;p19"/>
          <p:cNvGraphicFramePr/>
          <p:nvPr/>
        </p:nvGraphicFramePr>
        <p:xfrm>
          <a:off x="54864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1828800"/>
                <a:gridCol w="838200"/>
                <a:gridCol w="838200"/>
              </a:tblGrid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Dstates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 ≡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{1,2,3,4} ≡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1" name="Google Shape;781;p19"/>
          <p:cNvSpPr txBox="1"/>
          <p:nvPr/>
        </p:nvSpPr>
        <p:spPr>
          <a:xfrm>
            <a:off x="517525" y="4776787"/>
            <a:ext cx="4311600" cy="25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firstpos{root} = {1,2,3} ≡ A  (unmarked)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a, positions are 1,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followpos(1) ∪ followpos{3}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={1,2,3,4} ≡ B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b, positions are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followpos(2)= {1,2,3,} ≡ A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2" name="Google Shape;782;p19"/>
          <p:cNvGrpSpPr/>
          <p:nvPr/>
        </p:nvGrpSpPr>
        <p:grpSpPr>
          <a:xfrm>
            <a:off x="130175" y="831850"/>
            <a:ext cx="2917825" cy="3968750"/>
            <a:chOff x="82" y="524"/>
            <a:chExt cx="1838" cy="2500"/>
          </a:xfrm>
        </p:grpSpPr>
        <p:sp>
          <p:nvSpPr>
            <p:cNvPr id="783" name="Google Shape;783;p19"/>
            <p:cNvSpPr txBox="1"/>
            <p:nvPr/>
          </p:nvSpPr>
          <p:spPr>
            <a:xfrm>
              <a:off x="1318" y="524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9"/>
            <p:cNvSpPr txBox="1"/>
            <p:nvPr/>
          </p:nvSpPr>
          <p:spPr>
            <a:xfrm>
              <a:off x="1061" y="851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9"/>
            <p:cNvSpPr txBox="1"/>
            <p:nvPr/>
          </p:nvSpPr>
          <p:spPr>
            <a:xfrm>
              <a:off x="803" y="1178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9"/>
            <p:cNvSpPr txBox="1"/>
            <p:nvPr/>
          </p:nvSpPr>
          <p:spPr>
            <a:xfrm>
              <a:off x="545" y="1504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9"/>
            <p:cNvSpPr txBox="1"/>
            <p:nvPr/>
          </p:nvSpPr>
          <p:spPr>
            <a:xfrm>
              <a:off x="296" y="1849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9"/>
            <p:cNvSpPr txBox="1"/>
            <p:nvPr/>
          </p:nvSpPr>
          <p:spPr>
            <a:xfrm>
              <a:off x="1724" y="843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9"/>
            <p:cNvSpPr txBox="1"/>
            <p:nvPr/>
          </p:nvSpPr>
          <p:spPr>
            <a:xfrm>
              <a:off x="1421" y="1181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9"/>
            <p:cNvSpPr txBox="1"/>
            <p:nvPr/>
          </p:nvSpPr>
          <p:spPr>
            <a:xfrm>
              <a:off x="1150" y="15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9"/>
            <p:cNvSpPr txBox="1"/>
            <p:nvPr/>
          </p:nvSpPr>
          <p:spPr>
            <a:xfrm>
              <a:off x="878" y="1856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9"/>
            <p:cNvSpPr txBox="1"/>
            <p:nvPr/>
          </p:nvSpPr>
          <p:spPr>
            <a:xfrm>
              <a:off x="607" y="26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3" name="Google Shape;793;p19"/>
            <p:cNvCxnSpPr/>
            <p:nvPr/>
          </p:nvCxnSpPr>
          <p:spPr>
            <a:xfrm flipH="1">
              <a:off x="1194" y="717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4" name="Google Shape;794;p19"/>
            <p:cNvCxnSpPr/>
            <p:nvPr/>
          </p:nvCxnSpPr>
          <p:spPr>
            <a:xfrm flipH="1">
              <a:off x="944" y="1047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5" name="Google Shape;795;p19"/>
            <p:cNvCxnSpPr/>
            <p:nvPr/>
          </p:nvCxnSpPr>
          <p:spPr>
            <a:xfrm flipH="1">
              <a:off x="685" y="1370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6" name="Google Shape;796;p19"/>
            <p:cNvCxnSpPr/>
            <p:nvPr/>
          </p:nvCxnSpPr>
          <p:spPr>
            <a:xfrm flipH="1">
              <a:off x="427" y="1693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7" name="Google Shape;797;p19"/>
            <p:cNvCxnSpPr/>
            <p:nvPr/>
          </p:nvCxnSpPr>
          <p:spPr>
            <a:xfrm flipH="1">
              <a:off x="177" y="2441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8" name="Google Shape;798;p19"/>
            <p:cNvCxnSpPr/>
            <p:nvPr/>
          </p:nvCxnSpPr>
          <p:spPr>
            <a:xfrm>
              <a:off x="1517" y="717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9" name="Google Shape;799;p19"/>
            <p:cNvCxnSpPr/>
            <p:nvPr/>
          </p:nvCxnSpPr>
          <p:spPr>
            <a:xfrm>
              <a:off x="1214" y="1028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0" name="Google Shape;800;p19"/>
            <p:cNvCxnSpPr/>
            <p:nvPr/>
          </p:nvCxnSpPr>
          <p:spPr>
            <a:xfrm>
              <a:off x="958" y="1355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1" name="Google Shape;801;p19"/>
            <p:cNvCxnSpPr/>
            <p:nvPr/>
          </p:nvCxnSpPr>
          <p:spPr>
            <a:xfrm>
              <a:off x="694" y="1672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2" name="Google Shape;802;p19"/>
            <p:cNvCxnSpPr/>
            <p:nvPr/>
          </p:nvCxnSpPr>
          <p:spPr>
            <a:xfrm>
              <a:off x="427" y="2424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03" name="Google Shape;803;p19"/>
            <p:cNvSpPr txBox="1"/>
            <p:nvPr/>
          </p:nvSpPr>
          <p:spPr>
            <a:xfrm>
              <a:off x="82" y="2619"/>
              <a:ext cx="196" cy="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4" name="Google Shape;804;p19"/>
            <p:cNvCxnSpPr/>
            <p:nvPr/>
          </p:nvCxnSpPr>
          <p:spPr>
            <a:xfrm>
              <a:off x="385" y="2036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05" name="Google Shape;805;p19"/>
            <p:cNvSpPr txBox="1"/>
            <p:nvPr/>
          </p:nvSpPr>
          <p:spPr>
            <a:xfrm>
              <a:off x="310" y="2291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19"/>
          <p:cNvGrpSpPr/>
          <p:nvPr/>
        </p:nvGrpSpPr>
        <p:grpSpPr>
          <a:xfrm>
            <a:off x="2741612" y="762000"/>
            <a:ext cx="4040187" cy="3857625"/>
            <a:chOff x="624" y="576"/>
            <a:chExt cx="2545" cy="2430"/>
          </a:xfrm>
        </p:grpSpPr>
        <p:sp>
          <p:nvSpPr>
            <p:cNvPr id="807" name="Google Shape;807;p19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9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9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9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9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9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9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9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9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9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7" name="Google Shape;817;p19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" name="Google Shape;818;p19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9" name="Google Shape;819;p19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0" name="Google Shape;820;p19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1" name="Google Shape;821;p19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2" name="Google Shape;822;p19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3" name="Google Shape;823;p19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4" name="Google Shape;824;p19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5" name="Google Shape;825;p19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6" name="Google Shape;826;p19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7" name="Google Shape;827;p19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8" name="Google Shape;828;p19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9" name="Google Shape;829;p19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9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9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9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9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9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9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9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9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9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9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9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9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9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9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9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9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9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9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9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9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9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9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9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9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0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DFA for (a|b)*abb#</a:t>
            </a:r>
            <a:endParaRPr/>
          </a:p>
        </p:txBody>
      </p:sp>
      <p:sp>
        <p:nvSpPr>
          <p:cNvPr id="859" name="Google Shape;859;p20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0" name="Google Shape;860;p20"/>
          <p:cNvGraphicFramePr/>
          <p:nvPr/>
        </p:nvGraphicFramePr>
        <p:xfrm>
          <a:off x="6781800" y="59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709600"/>
                <a:gridCol w="609600"/>
                <a:gridCol w="863600"/>
              </a:tblGrid>
              <a:tr h="3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{4}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{5}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{6}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50" marB="45750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75" marL="914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1" name="Google Shape;861;p20"/>
          <p:cNvGraphicFramePr/>
          <p:nvPr/>
        </p:nvGraphicFramePr>
        <p:xfrm>
          <a:off x="54864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1828800"/>
                <a:gridCol w="838200"/>
                <a:gridCol w="838200"/>
              </a:tblGrid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Dstates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 ≡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{1,2,3,4} ≡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{1,2,3,5} ≡ 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2" name="Google Shape;862;p20"/>
          <p:cNvSpPr txBox="1"/>
          <p:nvPr/>
        </p:nvSpPr>
        <p:spPr>
          <a:xfrm>
            <a:off x="517525" y="4724400"/>
            <a:ext cx="4227512" cy="2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{1,2,3,4} ≡ B (unmarked)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a, positions are 1,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followpos(1) ∪ followpos{3}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={1,2,3,4} ≡ B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b, positions are   2,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followpos(2) ∪ followpos{4}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 {1,2,3,5} ≡ C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3" name="Google Shape;863;p20"/>
          <p:cNvGrpSpPr/>
          <p:nvPr/>
        </p:nvGrpSpPr>
        <p:grpSpPr>
          <a:xfrm>
            <a:off x="130175" y="831850"/>
            <a:ext cx="2917825" cy="3968750"/>
            <a:chOff x="82" y="524"/>
            <a:chExt cx="1838" cy="2500"/>
          </a:xfrm>
        </p:grpSpPr>
        <p:sp>
          <p:nvSpPr>
            <p:cNvPr id="864" name="Google Shape;864;p20"/>
            <p:cNvSpPr txBox="1"/>
            <p:nvPr/>
          </p:nvSpPr>
          <p:spPr>
            <a:xfrm>
              <a:off x="1318" y="524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0"/>
            <p:cNvSpPr txBox="1"/>
            <p:nvPr/>
          </p:nvSpPr>
          <p:spPr>
            <a:xfrm>
              <a:off x="1061" y="851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0"/>
            <p:cNvSpPr txBox="1"/>
            <p:nvPr/>
          </p:nvSpPr>
          <p:spPr>
            <a:xfrm>
              <a:off x="803" y="1178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0"/>
            <p:cNvSpPr txBox="1"/>
            <p:nvPr/>
          </p:nvSpPr>
          <p:spPr>
            <a:xfrm>
              <a:off x="545" y="1504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0"/>
            <p:cNvSpPr txBox="1"/>
            <p:nvPr/>
          </p:nvSpPr>
          <p:spPr>
            <a:xfrm>
              <a:off x="296" y="1849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0"/>
            <p:cNvSpPr txBox="1"/>
            <p:nvPr/>
          </p:nvSpPr>
          <p:spPr>
            <a:xfrm>
              <a:off x="1724" y="843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0"/>
            <p:cNvSpPr txBox="1"/>
            <p:nvPr/>
          </p:nvSpPr>
          <p:spPr>
            <a:xfrm>
              <a:off x="1421" y="1181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0"/>
            <p:cNvSpPr txBox="1"/>
            <p:nvPr/>
          </p:nvSpPr>
          <p:spPr>
            <a:xfrm>
              <a:off x="1150" y="15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0"/>
            <p:cNvSpPr txBox="1"/>
            <p:nvPr/>
          </p:nvSpPr>
          <p:spPr>
            <a:xfrm>
              <a:off x="878" y="1856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0"/>
            <p:cNvSpPr txBox="1"/>
            <p:nvPr/>
          </p:nvSpPr>
          <p:spPr>
            <a:xfrm>
              <a:off x="607" y="26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4" name="Google Shape;874;p20"/>
            <p:cNvCxnSpPr/>
            <p:nvPr/>
          </p:nvCxnSpPr>
          <p:spPr>
            <a:xfrm flipH="1">
              <a:off x="1194" y="717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5" name="Google Shape;875;p20"/>
            <p:cNvCxnSpPr/>
            <p:nvPr/>
          </p:nvCxnSpPr>
          <p:spPr>
            <a:xfrm flipH="1">
              <a:off x="944" y="1047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6" name="Google Shape;876;p20"/>
            <p:cNvCxnSpPr/>
            <p:nvPr/>
          </p:nvCxnSpPr>
          <p:spPr>
            <a:xfrm flipH="1">
              <a:off x="685" y="1370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7" name="Google Shape;877;p20"/>
            <p:cNvCxnSpPr/>
            <p:nvPr/>
          </p:nvCxnSpPr>
          <p:spPr>
            <a:xfrm flipH="1">
              <a:off x="427" y="1693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8" name="Google Shape;878;p20"/>
            <p:cNvCxnSpPr/>
            <p:nvPr/>
          </p:nvCxnSpPr>
          <p:spPr>
            <a:xfrm flipH="1">
              <a:off x="177" y="2441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9" name="Google Shape;879;p20"/>
            <p:cNvCxnSpPr/>
            <p:nvPr/>
          </p:nvCxnSpPr>
          <p:spPr>
            <a:xfrm>
              <a:off x="1517" y="717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0" name="Google Shape;880;p20"/>
            <p:cNvCxnSpPr/>
            <p:nvPr/>
          </p:nvCxnSpPr>
          <p:spPr>
            <a:xfrm>
              <a:off x="1214" y="1028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1" name="Google Shape;881;p20"/>
            <p:cNvCxnSpPr/>
            <p:nvPr/>
          </p:nvCxnSpPr>
          <p:spPr>
            <a:xfrm>
              <a:off x="958" y="1355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2" name="Google Shape;882;p20"/>
            <p:cNvCxnSpPr/>
            <p:nvPr/>
          </p:nvCxnSpPr>
          <p:spPr>
            <a:xfrm>
              <a:off x="694" y="1672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3" name="Google Shape;883;p20"/>
            <p:cNvCxnSpPr/>
            <p:nvPr/>
          </p:nvCxnSpPr>
          <p:spPr>
            <a:xfrm>
              <a:off x="427" y="2424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4" name="Google Shape;884;p20"/>
            <p:cNvSpPr txBox="1"/>
            <p:nvPr/>
          </p:nvSpPr>
          <p:spPr>
            <a:xfrm>
              <a:off x="82" y="2619"/>
              <a:ext cx="196" cy="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5" name="Google Shape;885;p20"/>
            <p:cNvCxnSpPr/>
            <p:nvPr/>
          </p:nvCxnSpPr>
          <p:spPr>
            <a:xfrm>
              <a:off x="385" y="2036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6" name="Google Shape;886;p20"/>
            <p:cNvSpPr txBox="1"/>
            <p:nvPr/>
          </p:nvSpPr>
          <p:spPr>
            <a:xfrm>
              <a:off x="310" y="2291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20"/>
          <p:cNvGrpSpPr/>
          <p:nvPr/>
        </p:nvGrpSpPr>
        <p:grpSpPr>
          <a:xfrm>
            <a:off x="2741612" y="762000"/>
            <a:ext cx="4040187" cy="3857625"/>
            <a:chOff x="624" y="576"/>
            <a:chExt cx="2545" cy="2430"/>
          </a:xfrm>
        </p:grpSpPr>
        <p:sp>
          <p:nvSpPr>
            <p:cNvPr id="888" name="Google Shape;888;p20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0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0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0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0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0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0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0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0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0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8" name="Google Shape;898;p20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9" name="Google Shape;899;p20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0" name="Google Shape;900;p20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1" name="Google Shape;901;p20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2" name="Google Shape;902;p20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3" name="Google Shape;903;p20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4" name="Google Shape;904;p20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5" name="Google Shape;905;p20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6" name="Google Shape;906;p20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7" name="Google Shape;907;p20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8" name="Google Shape;908;p20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9" name="Google Shape;909;p20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0" name="Google Shape;910;p20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0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0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0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0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0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0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0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0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0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0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0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0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0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0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0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0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0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0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0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0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0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0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0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0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1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DFA for (a|b)*abb#</a:t>
            </a:r>
            <a:endParaRPr/>
          </a:p>
        </p:txBody>
      </p:sp>
      <p:sp>
        <p:nvSpPr>
          <p:cNvPr id="940" name="Google Shape;940;p21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1" name="Google Shape;941;p21"/>
          <p:cNvGraphicFramePr/>
          <p:nvPr/>
        </p:nvGraphicFramePr>
        <p:xfrm>
          <a:off x="6858000" y="642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550850"/>
                <a:gridCol w="549275"/>
                <a:gridCol w="88105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{4}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{5}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{6}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2" name="Google Shape;942;p21"/>
          <p:cNvGraphicFramePr/>
          <p:nvPr/>
        </p:nvGraphicFramePr>
        <p:xfrm>
          <a:off x="54864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1828800"/>
                <a:gridCol w="838200"/>
                <a:gridCol w="838200"/>
              </a:tblGrid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Dstates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 ≡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{1,2,3,4} ≡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{1,2,3,5} ≡ 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{1,2,3,6} ≡ 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3" name="Google Shape;943;p21"/>
          <p:cNvSpPr txBox="1"/>
          <p:nvPr/>
        </p:nvSpPr>
        <p:spPr>
          <a:xfrm>
            <a:off x="517525" y="4724400"/>
            <a:ext cx="4227600" cy="26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{1,2,3,5} ≡ C (unmarked)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a, positions are 1,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followpos(1) ∪ followpos{3}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={1,2,3,4} ≡ B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b, positions are   2,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followpos(2) ∪ followpos{5}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 {1,2,3,6} ≡ D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21"/>
          <p:cNvGrpSpPr/>
          <p:nvPr/>
        </p:nvGrpSpPr>
        <p:grpSpPr>
          <a:xfrm>
            <a:off x="127000" y="831850"/>
            <a:ext cx="3162300" cy="3802063"/>
            <a:chOff x="32" y="524"/>
            <a:chExt cx="1992" cy="2395"/>
          </a:xfrm>
        </p:grpSpPr>
        <p:sp>
          <p:nvSpPr>
            <p:cNvPr id="945" name="Google Shape;945;p21"/>
            <p:cNvSpPr txBox="1"/>
            <p:nvPr/>
          </p:nvSpPr>
          <p:spPr>
            <a:xfrm>
              <a:off x="1318" y="5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1"/>
            <p:cNvSpPr txBox="1"/>
            <p:nvPr/>
          </p:nvSpPr>
          <p:spPr>
            <a:xfrm>
              <a:off x="1061" y="85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1"/>
            <p:cNvSpPr txBox="1"/>
            <p:nvPr/>
          </p:nvSpPr>
          <p:spPr>
            <a:xfrm>
              <a:off x="803" y="117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1"/>
            <p:cNvSpPr txBox="1"/>
            <p:nvPr/>
          </p:nvSpPr>
          <p:spPr>
            <a:xfrm>
              <a:off x="545" y="1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1"/>
            <p:cNvSpPr txBox="1"/>
            <p:nvPr/>
          </p:nvSpPr>
          <p:spPr>
            <a:xfrm>
              <a:off x="296" y="184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1"/>
            <p:cNvSpPr txBox="1"/>
            <p:nvPr/>
          </p:nvSpPr>
          <p:spPr>
            <a:xfrm>
              <a:off x="1724" y="84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1"/>
            <p:cNvSpPr txBox="1"/>
            <p:nvPr/>
          </p:nvSpPr>
          <p:spPr>
            <a:xfrm>
              <a:off x="1421" y="118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1"/>
            <p:cNvSpPr txBox="1"/>
            <p:nvPr/>
          </p:nvSpPr>
          <p:spPr>
            <a:xfrm>
              <a:off x="1150" y="151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1"/>
            <p:cNvSpPr txBox="1"/>
            <p:nvPr/>
          </p:nvSpPr>
          <p:spPr>
            <a:xfrm>
              <a:off x="878" y="185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1"/>
            <p:cNvSpPr txBox="1"/>
            <p:nvPr/>
          </p:nvSpPr>
          <p:spPr>
            <a:xfrm>
              <a:off x="607" y="261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5" name="Google Shape;955;p21"/>
            <p:cNvCxnSpPr/>
            <p:nvPr/>
          </p:nvCxnSpPr>
          <p:spPr>
            <a:xfrm flipH="1">
              <a:off x="1050" y="717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6" name="Google Shape;956;p21"/>
            <p:cNvCxnSpPr/>
            <p:nvPr/>
          </p:nvCxnSpPr>
          <p:spPr>
            <a:xfrm flipH="1">
              <a:off x="800" y="1047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7" name="Google Shape;957;p21"/>
            <p:cNvCxnSpPr/>
            <p:nvPr/>
          </p:nvCxnSpPr>
          <p:spPr>
            <a:xfrm flipH="1">
              <a:off x="541" y="1370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" name="Google Shape;958;p21"/>
            <p:cNvCxnSpPr/>
            <p:nvPr/>
          </p:nvCxnSpPr>
          <p:spPr>
            <a:xfrm flipH="1">
              <a:off x="283" y="1693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9" name="Google Shape;959;p21"/>
            <p:cNvCxnSpPr/>
            <p:nvPr/>
          </p:nvCxnSpPr>
          <p:spPr>
            <a:xfrm flipH="1">
              <a:off x="32" y="2441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0" name="Google Shape;960;p21"/>
            <p:cNvCxnSpPr/>
            <p:nvPr/>
          </p:nvCxnSpPr>
          <p:spPr>
            <a:xfrm>
              <a:off x="1517" y="717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1" name="Google Shape;961;p21"/>
            <p:cNvCxnSpPr/>
            <p:nvPr/>
          </p:nvCxnSpPr>
          <p:spPr>
            <a:xfrm>
              <a:off x="1214" y="1028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2" name="Google Shape;962;p21"/>
            <p:cNvCxnSpPr/>
            <p:nvPr/>
          </p:nvCxnSpPr>
          <p:spPr>
            <a:xfrm>
              <a:off x="958" y="1355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" name="Google Shape;963;p21"/>
            <p:cNvCxnSpPr/>
            <p:nvPr/>
          </p:nvCxnSpPr>
          <p:spPr>
            <a:xfrm>
              <a:off x="694" y="1672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4" name="Google Shape;964;p21"/>
            <p:cNvCxnSpPr/>
            <p:nvPr/>
          </p:nvCxnSpPr>
          <p:spPr>
            <a:xfrm>
              <a:off x="427" y="2424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65" name="Google Shape;965;p21"/>
            <p:cNvSpPr txBox="1"/>
            <p:nvPr/>
          </p:nvSpPr>
          <p:spPr>
            <a:xfrm>
              <a:off x="82" y="261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6" name="Google Shape;966;p21"/>
            <p:cNvCxnSpPr/>
            <p:nvPr/>
          </p:nvCxnSpPr>
          <p:spPr>
            <a:xfrm>
              <a:off x="385" y="2036"/>
              <a:ext cx="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67" name="Google Shape;967;p21"/>
            <p:cNvSpPr txBox="1"/>
            <p:nvPr/>
          </p:nvSpPr>
          <p:spPr>
            <a:xfrm>
              <a:off x="310" y="22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8" name="Google Shape;968;p21"/>
          <p:cNvGrpSpPr/>
          <p:nvPr/>
        </p:nvGrpSpPr>
        <p:grpSpPr>
          <a:xfrm>
            <a:off x="2817812" y="762000"/>
            <a:ext cx="4060824" cy="3997325"/>
            <a:chOff x="624" y="576"/>
            <a:chExt cx="2558" cy="2518"/>
          </a:xfrm>
        </p:grpSpPr>
        <p:sp>
          <p:nvSpPr>
            <p:cNvPr id="969" name="Google Shape;969;p21"/>
            <p:cNvSpPr txBox="1"/>
            <p:nvPr/>
          </p:nvSpPr>
          <p:spPr>
            <a:xfrm>
              <a:off x="2052" y="60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1"/>
            <p:cNvSpPr txBox="1"/>
            <p:nvPr/>
          </p:nvSpPr>
          <p:spPr>
            <a:xfrm>
              <a:off x="1795" y="92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1"/>
            <p:cNvSpPr txBox="1"/>
            <p:nvPr/>
          </p:nvSpPr>
          <p:spPr>
            <a:xfrm>
              <a:off x="1537" y="125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1"/>
            <p:cNvSpPr txBox="1"/>
            <p:nvPr/>
          </p:nvSpPr>
          <p:spPr>
            <a:xfrm>
              <a:off x="1279" y="15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1"/>
            <p:cNvSpPr txBox="1"/>
            <p:nvPr/>
          </p:nvSpPr>
          <p:spPr>
            <a:xfrm>
              <a:off x="1030" y="192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1"/>
            <p:cNvSpPr txBox="1"/>
            <p:nvPr/>
          </p:nvSpPr>
          <p:spPr>
            <a:xfrm>
              <a:off x="276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1"/>
            <p:cNvSpPr txBox="1"/>
            <p:nvPr/>
          </p:nvSpPr>
          <p:spPr>
            <a:xfrm>
              <a:off x="2463" y="15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1"/>
            <p:cNvSpPr txBox="1"/>
            <p:nvPr/>
          </p:nvSpPr>
          <p:spPr>
            <a:xfrm>
              <a:off x="2160" y="180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1"/>
            <p:cNvSpPr txBox="1"/>
            <p:nvPr/>
          </p:nvSpPr>
          <p:spPr>
            <a:xfrm>
              <a:off x="1916" y="21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1"/>
            <p:cNvSpPr txBox="1"/>
            <p:nvPr/>
          </p:nvSpPr>
          <p:spPr>
            <a:xfrm>
              <a:off x="1341" y="269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9" name="Google Shape;979;p21"/>
            <p:cNvCxnSpPr/>
            <p:nvPr/>
          </p:nvCxnSpPr>
          <p:spPr>
            <a:xfrm flipH="1">
              <a:off x="1784" y="795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" name="Google Shape;980;p21"/>
            <p:cNvCxnSpPr/>
            <p:nvPr/>
          </p:nvCxnSpPr>
          <p:spPr>
            <a:xfrm flipH="1">
              <a:off x="1534" y="1125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21"/>
            <p:cNvCxnSpPr/>
            <p:nvPr/>
          </p:nvCxnSpPr>
          <p:spPr>
            <a:xfrm flipH="1">
              <a:off x="1275" y="1448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" name="Google Shape;982;p21"/>
            <p:cNvCxnSpPr/>
            <p:nvPr/>
          </p:nvCxnSpPr>
          <p:spPr>
            <a:xfrm flipH="1">
              <a:off x="1017" y="1771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3" name="Google Shape;983;p21"/>
            <p:cNvCxnSpPr/>
            <p:nvPr/>
          </p:nvCxnSpPr>
          <p:spPr>
            <a:xfrm flipH="1">
              <a:off x="766" y="2519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4" name="Google Shape;984;p21"/>
            <p:cNvCxnSpPr/>
            <p:nvPr/>
          </p:nvCxnSpPr>
          <p:spPr>
            <a:xfrm>
              <a:off x="2251" y="795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5" name="Google Shape;985;p21"/>
            <p:cNvCxnSpPr/>
            <p:nvPr/>
          </p:nvCxnSpPr>
          <p:spPr>
            <a:xfrm>
              <a:off x="1948" y="1106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" name="Google Shape;986;p21"/>
            <p:cNvCxnSpPr/>
            <p:nvPr/>
          </p:nvCxnSpPr>
          <p:spPr>
            <a:xfrm>
              <a:off x="1692" y="1433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7" name="Google Shape;987;p21"/>
            <p:cNvCxnSpPr/>
            <p:nvPr/>
          </p:nvCxnSpPr>
          <p:spPr>
            <a:xfrm>
              <a:off x="1428" y="1750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" name="Google Shape;988;p21"/>
            <p:cNvCxnSpPr/>
            <p:nvPr/>
          </p:nvCxnSpPr>
          <p:spPr>
            <a:xfrm>
              <a:off x="1161" y="2502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9" name="Google Shape;989;p21"/>
            <p:cNvSpPr txBox="1"/>
            <p:nvPr/>
          </p:nvSpPr>
          <p:spPr>
            <a:xfrm>
              <a:off x="816" y="269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0" name="Google Shape;990;p21"/>
            <p:cNvCxnSpPr/>
            <p:nvPr/>
          </p:nvCxnSpPr>
          <p:spPr>
            <a:xfrm>
              <a:off x="1119" y="2114"/>
              <a:ext cx="0" cy="300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1" name="Google Shape;991;p21"/>
            <p:cNvSpPr txBox="1"/>
            <p:nvPr/>
          </p:nvSpPr>
          <p:spPr>
            <a:xfrm>
              <a:off x="1044" y="236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1"/>
            <p:cNvSpPr txBox="1"/>
            <p:nvPr/>
          </p:nvSpPr>
          <p:spPr>
            <a:xfrm>
              <a:off x="624" y="27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1"/>
            <p:cNvSpPr txBox="1"/>
            <p:nvPr/>
          </p:nvSpPr>
          <p:spPr>
            <a:xfrm>
              <a:off x="1180" y="27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1"/>
            <p:cNvSpPr txBox="1"/>
            <p:nvPr/>
          </p:nvSpPr>
          <p:spPr>
            <a:xfrm>
              <a:off x="1440" y="27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1"/>
            <p:cNvSpPr txBox="1"/>
            <p:nvPr/>
          </p:nvSpPr>
          <p:spPr>
            <a:xfrm>
              <a:off x="903" y="27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1"/>
            <p:cNvSpPr txBox="1"/>
            <p:nvPr/>
          </p:nvSpPr>
          <p:spPr>
            <a:xfrm>
              <a:off x="624" y="23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1"/>
            <p:cNvSpPr txBox="1"/>
            <p:nvPr/>
          </p:nvSpPr>
          <p:spPr>
            <a:xfrm>
              <a:off x="1200" y="236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1"/>
            <p:cNvSpPr txBox="1"/>
            <p:nvPr/>
          </p:nvSpPr>
          <p:spPr>
            <a:xfrm>
              <a:off x="696" y="192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1"/>
            <p:cNvSpPr txBox="1"/>
            <p:nvPr/>
          </p:nvSpPr>
          <p:spPr>
            <a:xfrm>
              <a:off x="1145" y="193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1"/>
            <p:cNvSpPr txBox="1"/>
            <p:nvPr/>
          </p:nvSpPr>
          <p:spPr>
            <a:xfrm>
              <a:off x="768" y="156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1"/>
            <p:cNvSpPr txBox="1"/>
            <p:nvPr/>
          </p:nvSpPr>
          <p:spPr>
            <a:xfrm>
              <a:off x="1441" y="157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1"/>
            <p:cNvSpPr txBox="1"/>
            <p:nvPr/>
          </p:nvSpPr>
          <p:spPr>
            <a:xfrm>
              <a:off x="978" y="1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1"/>
            <p:cNvSpPr txBox="1"/>
            <p:nvPr/>
          </p:nvSpPr>
          <p:spPr>
            <a:xfrm>
              <a:off x="1651" y="124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1"/>
            <p:cNvSpPr txBox="1"/>
            <p:nvPr/>
          </p:nvSpPr>
          <p:spPr>
            <a:xfrm>
              <a:off x="1248" y="91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1"/>
            <p:cNvSpPr txBox="1"/>
            <p:nvPr/>
          </p:nvSpPr>
          <p:spPr>
            <a:xfrm>
              <a:off x="1921" y="92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1"/>
            <p:cNvSpPr txBox="1"/>
            <p:nvPr/>
          </p:nvSpPr>
          <p:spPr>
            <a:xfrm>
              <a:off x="1554" y="57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1"/>
            <p:cNvSpPr txBox="1"/>
            <p:nvPr/>
          </p:nvSpPr>
          <p:spPr>
            <a:xfrm>
              <a:off x="2227" y="58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1"/>
            <p:cNvSpPr txBox="1"/>
            <p:nvPr/>
          </p:nvSpPr>
          <p:spPr>
            <a:xfrm>
              <a:off x="1729" y="226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1"/>
            <p:cNvSpPr txBox="1"/>
            <p:nvPr/>
          </p:nvSpPr>
          <p:spPr>
            <a:xfrm>
              <a:off x="2065" y="226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1"/>
            <p:cNvSpPr txBox="1"/>
            <p:nvPr/>
          </p:nvSpPr>
          <p:spPr>
            <a:xfrm>
              <a:off x="1968" y="190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1"/>
            <p:cNvSpPr txBox="1"/>
            <p:nvPr/>
          </p:nvSpPr>
          <p:spPr>
            <a:xfrm>
              <a:off x="2304" y="190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1"/>
            <p:cNvSpPr txBox="1"/>
            <p:nvPr/>
          </p:nvSpPr>
          <p:spPr>
            <a:xfrm>
              <a:off x="2257" y="15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1"/>
            <p:cNvSpPr txBox="1"/>
            <p:nvPr/>
          </p:nvSpPr>
          <p:spPr>
            <a:xfrm>
              <a:off x="2593" y="159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1"/>
            <p:cNvSpPr txBox="1"/>
            <p:nvPr/>
          </p:nvSpPr>
          <p:spPr>
            <a:xfrm>
              <a:off x="2544" y="129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1"/>
            <p:cNvSpPr txBox="1"/>
            <p:nvPr/>
          </p:nvSpPr>
          <p:spPr>
            <a:xfrm>
              <a:off x="2882" y="128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2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DFA for (a|b)*abb#</a:t>
            </a:r>
            <a:endParaRPr/>
          </a:p>
        </p:txBody>
      </p:sp>
      <p:sp>
        <p:nvSpPr>
          <p:cNvPr id="1021" name="Google Shape;1021;p22"/>
          <p:cNvSpPr txBox="1"/>
          <p:nvPr>
            <p:ph idx="1" type="body"/>
          </p:nvPr>
        </p:nvSpPr>
        <p:spPr>
          <a:xfrm>
            <a:off x="533400" y="1066800"/>
            <a:ext cx="41529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C3300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2" name="Google Shape;1022;p22"/>
          <p:cNvGraphicFramePr/>
          <p:nvPr/>
        </p:nvGraphicFramePr>
        <p:xfrm>
          <a:off x="6858000" y="60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550850"/>
                <a:gridCol w="549275"/>
                <a:gridCol w="88105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followpos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{4}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{5}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{6}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3" name="Google Shape;1023;p22"/>
          <p:cNvGraphicFramePr/>
          <p:nvPr/>
        </p:nvGraphicFramePr>
        <p:xfrm>
          <a:off x="54864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{B8E3D59F-77F1-4BEA-9C9A-EAD47C6DA4B5}</a:tableStyleId>
              </a:tblPr>
              <a:tblGrid>
                <a:gridCol w="1828800"/>
                <a:gridCol w="838200"/>
                <a:gridCol w="838200"/>
              </a:tblGrid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Dstates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{1,2,3} ≡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{1,2,3,4} ≡ 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{1,2,3,5} ≡ 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{1,2,3,6} ≡ 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4" name="Google Shape;1024;p22"/>
          <p:cNvSpPr txBox="1"/>
          <p:nvPr/>
        </p:nvSpPr>
        <p:spPr>
          <a:xfrm>
            <a:off x="517525" y="4724400"/>
            <a:ext cx="4095750" cy="2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{1,2,3,6} ≡ D (unmarked)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a, positions are 1,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followpos(1) ∪ followpos{3}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={1,2,3,4} ≡ B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input symbol b, positions are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∴ followpos(2)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= {1,2,3} ≡ A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22"/>
          <p:cNvGrpSpPr/>
          <p:nvPr/>
        </p:nvGrpSpPr>
        <p:grpSpPr>
          <a:xfrm>
            <a:off x="206375" y="831850"/>
            <a:ext cx="2917825" cy="3968750"/>
            <a:chOff x="82" y="524"/>
            <a:chExt cx="1838" cy="2500"/>
          </a:xfrm>
        </p:grpSpPr>
        <p:sp>
          <p:nvSpPr>
            <p:cNvPr id="1026" name="Google Shape;1026;p22"/>
            <p:cNvSpPr txBox="1"/>
            <p:nvPr/>
          </p:nvSpPr>
          <p:spPr>
            <a:xfrm>
              <a:off x="1318" y="524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2"/>
            <p:cNvSpPr txBox="1"/>
            <p:nvPr/>
          </p:nvSpPr>
          <p:spPr>
            <a:xfrm>
              <a:off x="1061" y="851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2"/>
            <p:cNvSpPr txBox="1"/>
            <p:nvPr/>
          </p:nvSpPr>
          <p:spPr>
            <a:xfrm>
              <a:off x="803" y="1178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2"/>
            <p:cNvSpPr txBox="1"/>
            <p:nvPr/>
          </p:nvSpPr>
          <p:spPr>
            <a:xfrm>
              <a:off x="545" y="1504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2"/>
            <p:cNvSpPr txBox="1"/>
            <p:nvPr/>
          </p:nvSpPr>
          <p:spPr>
            <a:xfrm>
              <a:off x="296" y="1849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2"/>
            <p:cNvSpPr txBox="1"/>
            <p:nvPr/>
          </p:nvSpPr>
          <p:spPr>
            <a:xfrm>
              <a:off x="1724" y="843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2"/>
            <p:cNvSpPr txBox="1"/>
            <p:nvPr/>
          </p:nvSpPr>
          <p:spPr>
            <a:xfrm>
              <a:off x="1421" y="1181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2"/>
            <p:cNvSpPr txBox="1"/>
            <p:nvPr/>
          </p:nvSpPr>
          <p:spPr>
            <a:xfrm>
              <a:off x="1150" y="15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2"/>
            <p:cNvSpPr txBox="1"/>
            <p:nvPr/>
          </p:nvSpPr>
          <p:spPr>
            <a:xfrm>
              <a:off x="878" y="1856"/>
              <a:ext cx="196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2"/>
            <p:cNvSpPr txBox="1"/>
            <p:nvPr/>
          </p:nvSpPr>
          <p:spPr>
            <a:xfrm>
              <a:off x="607" y="2619"/>
              <a:ext cx="204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6" name="Google Shape;1036;p22"/>
            <p:cNvCxnSpPr/>
            <p:nvPr/>
          </p:nvCxnSpPr>
          <p:spPr>
            <a:xfrm flipH="1">
              <a:off x="1194" y="717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7" name="Google Shape;1037;p22"/>
            <p:cNvCxnSpPr/>
            <p:nvPr/>
          </p:nvCxnSpPr>
          <p:spPr>
            <a:xfrm flipH="1">
              <a:off x="944" y="1047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8" name="Google Shape;1038;p22"/>
            <p:cNvCxnSpPr/>
            <p:nvPr/>
          </p:nvCxnSpPr>
          <p:spPr>
            <a:xfrm flipH="1">
              <a:off x="685" y="1370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9" name="Google Shape;1039;p22"/>
            <p:cNvCxnSpPr/>
            <p:nvPr/>
          </p:nvCxnSpPr>
          <p:spPr>
            <a:xfrm flipH="1">
              <a:off x="427" y="1693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0" name="Google Shape;1040;p22"/>
            <p:cNvCxnSpPr/>
            <p:nvPr/>
          </p:nvCxnSpPr>
          <p:spPr>
            <a:xfrm flipH="1">
              <a:off x="177" y="2441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1" name="Google Shape;1041;p22"/>
            <p:cNvCxnSpPr/>
            <p:nvPr/>
          </p:nvCxnSpPr>
          <p:spPr>
            <a:xfrm>
              <a:off x="1517" y="717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2" name="Google Shape;1042;p22"/>
            <p:cNvCxnSpPr/>
            <p:nvPr/>
          </p:nvCxnSpPr>
          <p:spPr>
            <a:xfrm>
              <a:off x="1214" y="1028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3" name="Google Shape;1043;p22"/>
            <p:cNvCxnSpPr/>
            <p:nvPr/>
          </p:nvCxnSpPr>
          <p:spPr>
            <a:xfrm>
              <a:off x="958" y="1355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4" name="Google Shape;1044;p22"/>
            <p:cNvCxnSpPr/>
            <p:nvPr/>
          </p:nvCxnSpPr>
          <p:spPr>
            <a:xfrm>
              <a:off x="694" y="1672"/>
              <a:ext cx="200" cy="168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5" name="Google Shape;1045;p22"/>
            <p:cNvCxnSpPr/>
            <p:nvPr/>
          </p:nvCxnSpPr>
          <p:spPr>
            <a:xfrm>
              <a:off x="427" y="2424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6" name="Google Shape;1046;p22"/>
            <p:cNvSpPr txBox="1"/>
            <p:nvPr/>
          </p:nvSpPr>
          <p:spPr>
            <a:xfrm>
              <a:off x="82" y="2619"/>
              <a:ext cx="196" cy="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7" name="Google Shape;1047;p22"/>
            <p:cNvCxnSpPr/>
            <p:nvPr/>
          </p:nvCxnSpPr>
          <p:spPr>
            <a:xfrm>
              <a:off x="385" y="2036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8" name="Google Shape;1048;p22"/>
            <p:cNvSpPr txBox="1"/>
            <p:nvPr/>
          </p:nvSpPr>
          <p:spPr>
            <a:xfrm>
              <a:off x="310" y="2291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" name="Google Shape;1049;p22"/>
          <p:cNvGrpSpPr/>
          <p:nvPr/>
        </p:nvGrpSpPr>
        <p:grpSpPr>
          <a:xfrm>
            <a:off x="2817812" y="762000"/>
            <a:ext cx="4040187" cy="3857625"/>
            <a:chOff x="624" y="576"/>
            <a:chExt cx="2545" cy="2430"/>
          </a:xfrm>
        </p:grpSpPr>
        <p:sp>
          <p:nvSpPr>
            <p:cNvPr id="1050" name="Google Shape;1050;p22"/>
            <p:cNvSpPr txBox="1"/>
            <p:nvPr/>
          </p:nvSpPr>
          <p:spPr>
            <a:xfrm>
              <a:off x="2052" y="602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2"/>
            <p:cNvSpPr txBox="1"/>
            <p:nvPr/>
          </p:nvSpPr>
          <p:spPr>
            <a:xfrm>
              <a:off x="1795" y="929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2"/>
            <p:cNvSpPr txBox="1"/>
            <p:nvPr/>
          </p:nvSpPr>
          <p:spPr>
            <a:xfrm>
              <a:off x="1537" y="1256"/>
              <a:ext cx="18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2"/>
            <p:cNvSpPr txBox="1"/>
            <p:nvPr/>
          </p:nvSpPr>
          <p:spPr>
            <a:xfrm>
              <a:off x="1279" y="1582"/>
              <a:ext cx="169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2"/>
            <p:cNvSpPr txBox="1"/>
            <p:nvPr/>
          </p:nvSpPr>
          <p:spPr>
            <a:xfrm>
              <a:off x="1030" y="1927"/>
              <a:ext cx="19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2"/>
            <p:cNvSpPr txBox="1"/>
            <p:nvPr/>
          </p:nvSpPr>
          <p:spPr>
            <a:xfrm>
              <a:off x="276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2"/>
            <p:cNvSpPr txBox="1"/>
            <p:nvPr/>
          </p:nvSpPr>
          <p:spPr>
            <a:xfrm>
              <a:off x="2463" y="1520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2"/>
            <p:cNvSpPr txBox="1"/>
            <p:nvPr/>
          </p:nvSpPr>
          <p:spPr>
            <a:xfrm>
              <a:off x="2160" y="1806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2"/>
            <p:cNvSpPr txBox="1"/>
            <p:nvPr/>
          </p:nvSpPr>
          <p:spPr>
            <a:xfrm>
              <a:off x="1916" y="214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2"/>
            <p:cNvSpPr txBox="1"/>
            <p:nvPr/>
          </p:nvSpPr>
          <p:spPr>
            <a:xfrm>
              <a:off x="1341" y="269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0" name="Google Shape;1060;p22"/>
            <p:cNvCxnSpPr/>
            <p:nvPr/>
          </p:nvCxnSpPr>
          <p:spPr>
            <a:xfrm flipH="1">
              <a:off x="1928" y="795"/>
              <a:ext cx="156" cy="17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1" name="Google Shape;1061;p22"/>
            <p:cNvCxnSpPr/>
            <p:nvPr/>
          </p:nvCxnSpPr>
          <p:spPr>
            <a:xfrm flipH="1">
              <a:off x="1678" y="1125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2" name="Google Shape;1062;p22"/>
            <p:cNvCxnSpPr/>
            <p:nvPr/>
          </p:nvCxnSpPr>
          <p:spPr>
            <a:xfrm flipH="1">
              <a:off x="1419" y="1448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22"/>
            <p:cNvCxnSpPr/>
            <p:nvPr/>
          </p:nvCxnSpPr>
          <p:spPr>
            <a:xfrm flipH="1">
              <a:off x="1161" y="1771"/>
              <a:ext cx="156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22"/>
            <p:cNvCxnSpPr/>
            <p:nvPr/>
          </p:nvCxnSpPr>
          <p:spPr>
            <a:xfrm flipH="1">
              <a:off x="911" y="2519"/>
              <a:ext cx="155" cy="176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5" name="Google Shape;1065;p22"/>
            <p:cNvCxnSpPr/>
            <p:nvPr/>
          </p:nvCxnSpPr>
          <p:spPr>
            <a:xfrm>
              <a:off x="2251" y="795"/>
              <a:ext cx="437" cy="367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6" name="Google Shape;1066;p22"/>
            <p:cNvCxnSpPr/>
            <p:nvPr/>
          </p:nvCxnSpPr>
          <p:spPr>
            <a:xfrm>
              <a:off x="1948" y="1106"/>
              <a:ext cx="500" cy="422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7" name="Google Shape;1067;p22"/>
            <p:cNvCxnSpPr/>
            <p:nvPr/>
          </p:nvCxnSpPr>
          <p:spPr>
            <a:xfrm>
              <a:off x="1692" y="1433"/>
              <a:ext cx="468" cy="395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22"/>
            <p:cNvCxnSpPr/>
            <p:nvPr/>
          </p:nvCxnSpPr>
          <p:spPr>
            <a:xfrm>
              <a:off x="1428" y="1750"/>
              <a:ext cx="492" cy="413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9" name="Google Shape;1069;p22"/>
            <p:cNvCxnSpPr/>
            <p:nvPr/>
          </p:nvCxnSpPr>
          <p:spPr>
            <a:xfrm>
              <a:off x="1161" y="2502"/>
              <a:ext cx="200" cy="169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0" name="Google Shape;1070;p22"/>
            <p:cNvSpPr txBox="1"/>
            <p:nvPr/>
          </p:nvSpPr>
          <p:spPr>
            <a:xfrm>
              <a:off x="816" y="269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1" name="Google Shape;1071;p22"/>
            <p:cNvCxnSpPr/>
            <p:nvPr/>
          </p:nvCxnSpPr>
          <p:spPr>
            <a:xfrm>
              <a:off x="1119" y="2114"/>
              <a:ext cx="0" cy="211"/>
            </a:xfrm>
            <a:prstGeom prst="straightConnector1">
              <a:avLst/>
            </a:prstGeom>
            <a:noFill/>
            <a:ln cap="flat" cmpd="sng" w="28575">
              <a:solidFill>
                <a:srgbClr val="3333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2" name="Google Shape;1072;p22"/>
            <p:cNvSpPr txBox="1"/>
            <p:nvPr/>
          </p:nvSpPr>
          <p:spPr>
            <a:xfrm>
              <a:off x="1044" y="2369"/>
              <a:ext cx="156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2"/>
            <p:cNvSpPr txBox="1"/>
            <p:nvPr/>
          </p:nvSpPr>
          <p:spPr>
            <a:xfrm>
              <a:off x="624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118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2"/>
            <p:cNvSpPr txBox="1"/>
            <p:nvPr/>
          </p:nvSpPr>
          <p:spPr>
            <a:xfrm>
              <a:off x="1440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2"/>
            <p:cNvSpPr txBox="1"/>
            <p:nvPr/>
          </p:nvSpPr>
          <p:spPr>
            <a:xfrm>
              <a:off x="903" y="27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2"/>
            <p:cNvSpPr txBox="1"/>
            <p:nvPr/>
          </p:nvSpPr>
          <p:spPr>
            <a:xfrm>
              <a:off x="624" y="238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2"/>
            <p:cNvSpPr txBox="1"/>
            <p:nvPr/>
          </p:nvSpPr>
          <p:spPr>
            <a:xfrm>
              <a:off x="1200" y="236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2"/>
            <p:cNvSpPr txBox="1"/>
            <p:nvPr/>
          </p:nvSpPr>
          <p:spPr>
            <a:xfrm>
              <a:off x="696" y="1922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2"/>
            <p:cNvSpPr txBox="1"/>
            <p:nvPr/>
          </p:nvSpPr>
          <p:spPr>
            <a:xfrm>
              <a:off x="1145" y="1930"/>
              <a:ext cx="43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{1, 2}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2"/>
            <p:cNvSpPr txBox="1"/>
            <p:nvPr/>
          </p:nvSpPr>
          <p:spPr>
            <a:xfrm>
              <a:off x="768" y="156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2"/>
            <p:cNvSpPr txBox="1"/>
            <p:nvPr/>
          </p:nvSpPr>
          <p:spPr>
            <a:xfrm>
              <a:off x="1441" y="157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2"/>
            <p:cNvSpPr txBox="1"/>
            <p:nvPr/>
          </p:nvSpPr>
          <p:spPr>
            <a:xfrm>
              <a:off x="978" y="1239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2"/>
            <p:cNvSpPr txBox="1"/>
            <p:nvPr/>
          </p:nvSpPr>
          <p:spPr>
            <a:xfrm>
              <a:off x="1651" y="1247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2"/>
            <p:cNvSpPr txBox="1"/>
            <p:nvPr/>
          </p:nvSpPr>
          <p:spPr>
            <a:xfrm>
              <a:off x="1248" y="912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2"/>
            <p:cNvSpPr txBox="1"/>
            <p:nvPr/>
          </p:nvSpPr>
          <p:spPr>
            <a:xfrm>
              <a:off x="1921" y="920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2"/>
            <p:cNvSpPr txBox="1"/>
            <p:nvPr/>
          </p:nvSpPr>
          <p:spPr>
            <a:xfrm>
              <a:off x="1554" y="576"/>
              <a:ext cx="573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{1, 2, 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2"/>
            <p:cNvSpPr txBox="1"/>
            <p:nvPr/>
          </p:nvSpPr>
          <p:spPr>
            <a:xfrm>
              <a:off x="2227" y="58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2"/>
            <p:cNvSpPr txBox="1"/>
            <p:nvPr/>
          </p:nvSpPr>
          <p:spPr>
            <a:xfrm>
              <a:off x="1729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2"/>
            <p:cNvSpPr txBox="1"/>
            <p:nvPr/>
          </p:nvSpPr>
          <p:spPr>
            <a:xfrm>
              <a:off x="2065" y="226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{3}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2"/>
            <p:cNvSpPr txBox="1"/>
            <p:nvPr/>
          </p:nvSpPr>
          <p:spPr>
            <a:xfrm>
              <a:off x="1968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2"/>
            <p:cNvSpPr txBox="1"/>
            <p:nvPr/>
          </p:nvSpPr>
          <p:spPr>
            <a:xfrm>
              <a:off x="2304" y="1902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{4}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2"/>
            <p:cNvSpPr txBox="1"/>
            <p:nvPr/>
          </p:nvSpPr>
          <p:spPr>
            <a:xfrm>
              <a:off x="2257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2"/>
            <p:cNvSpPr txBox="1"/>
            <p:nvPr/>
          </p:nvSpPr>
          <p:spPr>
            <a:xfrm>
              <a:off x="2593" y="1594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{5}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 txBox="1"/>
            <p:nvPr/>
          </p:nvSpPr>
          <p:spPr>
            <a:xfrm>
              <a:off x="2544" y="129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9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99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 txBox="1"/>
            <p:nvPr/>
          </p:nvSpPr>
          <p:spPr>
            <a:xfrm>
              <a:off x="2882" y="1286"/>
              <a:ext cx="2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33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{6}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3"/>
          <p:cNvSpPr txBox="1"/>
          <p:nvPr>
            <p:ph type="title"/>
          </p:nvPr>
        </p:nvSpPr>
        <p:spPr>
          <a:xfrm>
            <a:off x="304800" y="228600"/>
            <a:ext cx="85947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DFA for (a|b)*abb#</a:t>
            </a:r>
            <a:endParaRPr/>
          </a:p>
        </p:txBody>
      </p:sp>
      <p:grpSp>
        <p:nvGrpSpPr>
          <p:cNvPr id="1102" name="Google Shape;1102;p23"/>
          <p:cNvGrpSpPr/>
          <p:nvPr/>
        </p:nvGrpSpPr>
        <p:grpSpPr>
          <a:xfrm>
            <a:off x="1708150" y="4014787"/>
            <a:ext cx="5649912" cy="2041525"/>
            <a:chOff x="1056" y="1248"/>
            <a:chExt cx="3559" cy="1286"/>
          </a:xfrm>
        </p:grpSpPr>
        <p:sp>
          <p:nvSpPr>
            <p:cNvPr id="1103" name="Google Shape;1103;p23"/>
            <p:cNvSpPr/>
            <p:nvPr/>
          </p:nvSpPr>
          <p:spPr>
            <a:xfrm>
              <a:off x="1056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3"/>
            <p:cNvSpPr/>
            <p:nvPr/>
          </p:nvSpPr>
          <p:spPr>
            <a:xfrm>
              <a:off x="2016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3"/>
            <p:cNvSpPr/>
            <p:nvPr/>
          </p:nvSpPr>
          <p:spPr>
            <a:xfrm>
              <a:off x="3072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3"/>
            <p:cNvSpPr/>
            <p:nvPr/>
          </p:nvSpPr>
          <p:spPr>
            <a:xfrm>
              <a:off x="4128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3"/>
            <p:cNvSpPr/>
            <p:nvPr/>
          </p:nvSpPr>
          <p:spPr>
            <a:xfrm>
              <a:off x="1117" y="1768"/>
              <a:ext cx="331" cy="248"/>
            </a:xfrm>
            <a:custGeom>
              <a:rect b="b" l="l" r="r" t="t"/>
              <a:pathLst>
                <a:path extrusionOk="0" h="312" w="352">
                  <a:moveTo>
                    <a:pt x="296" y="312"/>
                  </a:moveTo>
                  <a:cubicBezTo>
                    <a:pt x="324" y="264"/>
                    <a:pt x="352" y="216"/>
                    <a:pt x="344" y="168"/>
                  </a:cubicBezTo>
                  <a:cubicBezTo>
                    <a:pt x="336" y="120"/>
                    <a:pt x="288" y="48"/>
                    <a:pt x="248" y="24"/>
                  </a:cubicBezTo>
                  <a:cubicBezTo>
                    <a:pt x="208" y="0"/>
                    <a:pt x="144" y="0"/>
                    <a:pt x="104" y="24"/>
                  </a:cubicBezTo>
                  <a:cubicBezTo>
                    <a:pt x="64" y="48"/>
                    <a:pt x="16" y="120"/>
                    <a:pt x="8" y="168"/>
                  </a:cubicBezTo>
                  <a:cubicBezTo>
                    <a:pt x="0" y="216"/>
                    <a:pt x="48" y="288"/>
                    <a:pt x="56" y="3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8" name="Google Shape;1108;p23"/>
            <p:cNvSpPr/>
            <p:nvPr/>
          </p:nvSpPr>
          <p:spPr>
            <a:xfrm rot="-10440000">
              <a:off x="2016" y="2256"/>
              <a:ext cx="331" cy="248"/>
            </a:xfrm>
            <a:custGeom>
              <a:rect b="b" l="l" r="r" t="t"/>
              <a:pathLst>
                <a:path extrusionOk="0" h="312" w="352">
                  <a:moveTo>
                    <a:pt x="296" y="312"/>
                  </a:moveTo>
                  <a:cubicBezTo>
                    <a:pt x="324" y="264"/>
                    <a:pt x="352" y="216"/>
                    <a:pt x="344" y="168"/>
                  </a:cubicBezTo>
                  <a:cubicBezTo>
                    <a:pt x="336" y="120"/>
                    <a:pt x="288" y="48"/>
                    <a:pt x="248" y="24"/>
                  </a:cubicBezTo>
                  <a:cubicBezTo>
                    <a:pt x="208" y="0"/>
                    <a:pt x="144" y="0"/>
                    <a:pt x="104" y="24"/>
                  </a:cubicBezTo>
                  <a:cubicBezTo>
                    <a:pt x="64" y="48"/>
                    <a:pt x="16" y="120"/>
                    <a:pt x="8" y="168"/>
                  </a:cubicBezTo>
                  <a:cubicBezTo>
                    <a:pt x="0" y="216"/>
                    <a:pt x="48" y="288"/>
                    <a:pt x="56" y="3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09" name="Google Shape;1109;p23"/>
            <p:cNvCxnSpPr/>
            <p:nvPr/>
          </p:nvCxnSpPr>
          <p:spPr>
            <a:xfrm>
              <a:off x="1536" y="2112"/>
              <a:ext cx="4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10" name="Google Shape;1110;p23"/>
            <p:cNvCxnSpPr/>
            <p:nvPr/>
          </p:nvCxnSpPr>
          <p:spPr>
            <a:xfrm>
              <a:off x="2496" y="2112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11" name="Google Shape;1111;p23"/>
            <p:cNvCxnSpPr/>
            <p:nvPr/>
          </p:nvCxnSpPr>
          <p:spPr>
            <a:xfrm>
              <a:off x="3552" y="2112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12" name="Google Shape;1112;p23"/>
            <p:cNvSpPr/>
            <p:nvPr/>
          </p:nvSpPr>
          <p:spPr>
            <a:xfrm>
              <a:off x="2457" y="1785"/>
              <a:ext cx="652" cy="281"/>
            </a:xfrm>
            <a:custGeom>
              <a:rect b="b" l="l" r="r" t="t"/>
              <a:pathLst>
                <a:path extrusionOk="0" h="192" w="768">
                  <a:moveTo>
                    <a:pt x="768" y="192"/>
                  </a:moveTo>
                  <a:cubicBezTo>
                    <a:pt x="752" y="136"/>
                    <a:pt x="736" y="80"/>
                    <a:pt x="672" y="48"/>
                  </a:cubicBezTo>
                  <a:cubicBezTo>
                    <a:pt x="608" y="16"/>
                    <a:pt x="480" y="0"/>
                    <a:pt x="384" y="0"/>
                  </a:cubicBezTo>
                  <a:cubicBezTo>
                    <a:pt x="288" y="0"/>
                    <a:pt x="160" y="16"/>
                    <a:pt x="96" y="48"/>
                  </a:cubicBezTo>
                  <a:cubicBezTo>
                    <a:pt x="32" y="80"/>
                    <a:pt x="16" y="136"/>
                    <a:pt x="0" y="1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3" name="Google Shape;1113;p23"/>
            <p:cNvSpPr/>
            <p:nvPr/>
          </p:nvSpPr>
          <p:spPr>
            <a:xfrm>
              <a:off x="1488" y="1440"/>
              <a:ext cx="2736" cy="624"/>
            </a:xfrm>
            <a:custGeom>
              <a:rect b="b" l="l" r="r" t="t"/>
              <a:pathLst>
                <a:path extrusionOk="0" h="624" w="2736">
                  <a:moveTo>
                    <a:pt x="2736" y="576"/>
                  </a:moveTo>
                  <a:cubicBezTo>
                    <a:pt x="2696" y="432"/>
                    <a:pt x="2656" y="288"/>
                    <a:pt x="2448" y="192"/>
                  </a:cubicBezTo>
                  <a:cubicBezTo>
                    <a:pt x="2240" y="96"/>
                    <a:pt x="1808" y="0"/>
                    <a:pt x="1488" y="0"/>
                  </a:cubicBezTo>
                  <a:cubicBezTo>
                    <a:pt x="1168" y="0"/>
                    <a:pt x="776" y="88"/>
                    <a:pt x="528" y="192"/>
                  </a:cubicBezTo>
                  <a:cubicBezTo>
                    <a:pt x="280" y="296"/>
                    <a:pt x="140" y="460"/>
                    <a:pt x="0" y="6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4" name="Google Shape;1114;p23"/>
            <p:cNvSpPr/>
            <p:nvPr/>
          </p:nvSpPr>
          <p:spPr>
            <a:xfrm>
              <a:off x="2400" y="2208"/>
              <a:ext cx="1824" cy="320"/>
            </a:xfrm>
            <a:custGeom>
              <a:rect b="b" l="l" r="r" t="t"/>
              <a:pathLst>
                <a:path extrusionOk="0" h="320" w="1824">
                  <a:moveTo>
                    <a:pt x="1824" y="0"/>
                  </a:moveTo>
                  <a:cubicBezTo>
                    <a:pt x="1648" y="96"/>
                    <a:pt x="1472" y="192"/>
                    <a:pt x="1248" y="240"/>
                  </a:cubicBezTo>
                  <a:cubicBezTo>
                    <a:pt x="1024" y="288"/>
                    <a:pt x="688" y="320"/>
                    <a:pt x="480" y="288"/>
                  </a:cubicBezTo>
                  <a:cubicBezTo>
                    <a:pt x="272" y="256"/>
                    <a:pt x="136" y="152"/>
                    <a:pt x="0" y="4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5" name="Google Shape;1115;p23"/>
            <p:cNvSpPr txBox="1"/>
            <p:nvPr/>
          </p:nvSpPr>
          <p:spPr>
            <a:xfrm>
              <a:off x="1190" y="1526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3"/>
            <p:cNvSpPr txBox="1"/>
            <p:nvPr/>
          </p:nvSpPr>
          <p:spPr>
            <a:xfrm>
              <a:off x="2832" y="1248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3"/>
            <p:cNvSpPr txBox="1"/>
            <p:nvPr/>
          </p:nvSpPr>
          <p:spPr>
            <a:xfrm>
              <a:off x="3744" y="1872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3"/>
            <p:cNvSpPr txBox="1"/>
            <p:nvPr/>
          </p:nvSpPr>
          <p:spPr>
            <a:xfrm>
              <a:off x="2688" y="1920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3"/>
            <p:cNvSpPr txBox="1"/>
            <p:nvPr/>
          </p:nvSpPr>
          <p:spPr>
            <a:xfrm>
              <a:off x="1680" y="1920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3"/>
            <p:cNvSpPr txBox="1"/>
            <p:nvPr/>
          </p:nvSpPr>
          <p:spPr>
            <a:xfrm>
              <a:off x="2736" y="1584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3"/>
            <p:cNvSpPr txBox="1"/>
            <p:nvPr/>
          </p:nvSpPr>
          <p:spPr>
            <a:xfrm>
              <a:off x="3072" y="2322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3"/>
            <p:cNvSpPr txBox="1"/>
            <p:nvPr/>
          </p:nvSpPr>
          <p:spPr>
            <a:xfrm>
              <a:off x="2073" y="2304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23"/>
          <p:cNvGrpSpPr/>
          <p:nvPr/>
        </p:nvGrpSpPr>
        <p:grpSpPr>
          <a:xfrm>
            <a:off x="1593850" y="1082675"/>
            <a:ext cx="5649912" cy="2041525"/>
            <a:chOff x="1056" y="1248"/>
            <a:chExt cx="3559" cy="1286"/>
          </a:xfrm>
        </p:grpSpPr>
        <p:sp>
          <p:nvSpPr>
            <p:cNvPr id="1124" name="Google Shape;1124;p23"/>
            <p:cNvSpPr/>
            <p:nvPr/>
          </p:nvSpPr>
          <p:spPr>
            <a:xfrm>
              <a:off x="1056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3"/>
            <p:cNvSpPr/>
            <p:nvPr/>
          </p:nvSpPr>
          <p:spPr>
            <a:xfrm>
              <a:off x="2016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3"/>
            <p:cNvSpPr/>
            <p:nvPr/>
          </p:nvSpPr>
          <p:spPr>
            <a:xfrm>
              <a:off x="3072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1235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3"/>
            <p:cNvSpPr/>
            <p:nvPr/>
          </p:nvSpPr>
          <p:spPr>
            <a:xfrm>
              <a:off x="4128" y="2016"/>
              <a:ext cx="487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1236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3"/>
            <p:cNvSpPr/>
            <p:nvPr/>
          </p:nvSpPr>
          <p:spPr>
            <a:xfrm>
              <a:off x="1117" y="1768"/>
              <a:ext cx="331" cy="248"/>
            </a:xfrm>
            <a:custGeom>
              <a:rect b="b" l="l" r="r" t="t"/>
              <a:pathLst>
                <a:path extrusionOk="0" h="312" w="352">
                  <a:moveTo>
                    <a:pt x="296" y="312"/>
                  </a:moveTo>
                  <a:cubicBezTo>
                    <a:pt x="324" y="264"/>
                    <a:pt x="352" y="216"/>
                    <a:pt x="344" y="168"/>
                  </a:cubicBezTo>
                  <a:cubicBezTo>
                    <a:pt x="336" y="120"/>
                    <a:pt x="288" y="48"/>
                    <a:pt x="248" y="24"/>
                  </a:cubicBezTo>
                  <a:cubicBezTo>
                    <a:pt x="208" y="0"/>
                    <a:pt x="144" y="0"/>
                    <a:pt x="104" y="24"/>
                  </a:cubicBezTo>
                  <a:cubicBezTo>
                    <a:pt x="64" y="48"/>
                    <a:pt x="16" y="120"/>
                    <a:pt x="8" y="168"/>
                  </a:cubicBezTo>
                  <a:cubicBezTo>
                    <a:pt x="0" y="216"/>
                    <a:pt x="48" y="288"/>
                    <a:pt x="56" y="3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23"/>
            <p:cNvSpPr/>
            <p:nvPr/>
          </p:nvSpPr>
          <p:spPr>
            <a:xfrm rot="-10440000">
              <a:off x="2016" y="2256"/>
              <a:ext cx="331" cy="248"/>
            </a:xfrm>
            <a:custGeom>
              <a:rect b="b" l="l" r="r" t="t"/>
              <a:pathLst>
                <a:path extrusionOk="0" h="312" w="352">
                  <a:moveTo>
                    <a:pt x="296" y="312"/>
                  </a:moveTo>
                  <a:cubicBezTo>
                    <a:pt x="324" y="264"/>
                    <a:pt x="352" y="216"/>
                    <a:pt x="344" y="168"/>
                  </a:cubicBezTo>
                  <a:cubicBezTo>
                    <a:pt x="336" y="120"/>
                    <a:pt x="288" y="48"/>
                    <a:pt x="248" y="24"/>
                  </a:cubicBezTo>
                  <a:cubicBezTo>
                    <a:pt x="208" y="0"/>
                    <a:pt x="144" y="0"/>
                    <a:pt x="104" y="24"/>
                  </a:cubicBezTo>
                  <a:cubicBezTo>
                    <a:pt x="64" y="48"/>
                    <a:pt x="16" y="120"/>
                    <a:pt x="8" y="168"/>
                  </a:cubicBezTo>
                  <a:cubicBezTo>
                    <a:pt x="0" y="216"/>
                    <a:pt x="48" y="288"/>
                    <a:pt x="56" y="3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0" name="Google Shape;1130;p23"/>
            <p:cNvCxnSpPr/>
            <p:nvPr/>
          </p:nvCxnSpPr>
          <p:spPr>
            <a:xfrm>
              <a:off x="1536" y="2112"/>
              <a:ext cx="4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31" name="Google Shape;1131;p23"/>
            <p:cNvCxnSpPr/>
            <p:nvPr/>
          </p:nvCxnSpPr>
          <p:spPr>
            <a:xfrm>
              <a:off x="2496" y="2112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32" name="Google Shape;1132;p23"/>
            <p:cNvCxnSpPr/>
            <p:nvPr/>
          </p:nvCxnSpPr>
          <p:spPr>
            <a:xfrm>
              <a:off x="3552" y="2112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33" name="Google Shape;1133;p23"/>
            <p:cNvSpPr/>
            <p:nvPr/>
          </p:nvSpPr>
          <p:spPr>
            <a:xfrm>
              <a:off x="2457" y="1785"/>
              <a:ext cx="652" cy="281"/>
            </a:xfrm>
            <a:custGeom>
              <a:rect b="b" l="l" r="r" t="t"/>
              <a:pathLst>
                <a:path extrusionOk="0" h="192" w="768">
                  <a:moveTo>
                    <a:pt x="768" y="192"/>
                  </a:moveTo>
                  <a:cubicBezTo>
                    <a:pt x="752" y="136"/>
                    <a:pt x="736" y="80"/>
                    <a:pt x="672" y="48"/>
                  </a:cubicBezTo>
                  <a:cubicBezTo>
                    <a:pt x="608" y="16"/>
                    <a:pt x="480" y="0"/>
                    <a:pt x="384" y="0"/>
                  </a:cubicBezTo>
                  <a:cubicBezTo>
                    <a:pt x="288" y="0"/>
                    <a:pt x="160" y="16"/>
                    <a:pt x="96" y="48"/>
                  </a:cubicBezTo>
                  <a:cubicBezTo>
                    <a:pt x="32" y="80"/>
                    <a:pt x="16" y="136"/>
                    <a:pt x="0" y="19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4" name="Google Shape;1134;p23"/>
            <p:cNvSpPr/>
            <p:nvPr/>
          </p:nvSpPr>
          <p:spPr>
            <a:xfrm>
              <a:off x="1488" y="1440"/>
              <a:ext cx="2736" cy="624"/>
            </a:xfrm>
            <a:custGeom>
              <a:rect b="b" l="l" r="r" t="t"/>
              <a:pathLst>
                <a:path extrusionOk="0" h="624" w="2736">
                  <a:moveTo>
                    <a:pt x="2736" y="576"/>
                  </a:moveTo>
                  <a:cubicBezTo>
                    <a:pt x="2696" y="432"/>
                    <a:pt x="2656" y="288"/>
                    <a:pt x="2448" y="192"/>
                  </a:cubicBezTo>
                  <a:cubicBezTo>
                    <a:pt x="2240" y="96"/>
                    <a:pt x="1808" y="0"/>
                    <a:pt x="1488" y="0"/>
                  </a:cubicBezTo>
                  <a:cubicBezTo>
                    <a:pt x="1168" y="0"/>
                    <a:pt x="776" y="88"/>
                    <a:pt x="528" y="192"/>
                  </a:cubicBezTo>
                  <a:cubicBezTo>
                    <a:pt x="280" y="296"/>
                    <a:pt x="140" y="460"/>
                    <a:pt x="0" y="62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5" name="Google Shape;1135;p23"/>
            <p:cNvSpPr/>
            <p:nvPr/>
          </p:nvSpPr>
          <p:spPr>
            <a:xfrm>
              <a:off x="2400" y="2208"/>
              <a:ext cx="1824" cy="320"/>
            </a:xfrm>
            <a:custGeom>
              <a:rect b="b" l="l" r="r" t="t"/>
              <a:pathLst>
                <a:path extrusionOk="0" h="320" w="1824">
                  <a:moveTo>
                    <a:pt x="1824" y="0"/>
                  </a:moveTo>
                  <a:cubicBezTo>
                    <a:pt x="1648" y="96"/>
                    <a:pt x="1472" y="192"/>
                    <a:pt x="1248" y="240"/>
                  </a:cubicBezTo>
                  <a:cubicBezTo>
                    <a:pt x="1024" y="288"/>
                    <a:pt x="688" y="320"/>
                    <a:pt x="480" y="288"/>
                  </a:cubicBezTo>
                  <a:cubicBezTo>
                    <a:pt x="272" y="256"/>
                    <a:pt x="136" y="152"/>
                    <a:pt x="0" y="4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6" name="Google Shape;1136;p23"/>
            <p:cNvSpPr txBox="1"/>
            <p:nvPr/>
          </p:nvSpPr>
          <p:spPr>
            <a:xfrm>
              <a:off x="1190" y="1526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3"/>
            <p:cNvSpPr txBox="1"/>
            <p:nvPr/>
          </p:nvSpPr>
          <p:spPr>
            <a:xfrm>
              <a:off x="2832" y="1248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3"/>
            <p:cNvSpPr txBox="1"/>
            <p:nvPr/>
          </p:nvSpPr>
          <p:spPr>
            <a:xfrm>
              <a:off x="3744" y="1872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3"/>
            <p:cNvSpPr txBox="1"/>
            <p:nvPr/>
          </p:nvSpPr>
          <p:spPr>
            <a:xfrm>
              <a:off x="2688" y="1920"/>
              <a:ext cx="19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3"/>
            <p:cNvSpPr txBox="1"/>
            <p:nvPr/>
          </p:nvSpPr>
          <p:spPr>
            <a:xfrm>
              <a:off x="1680" y="1920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3"/>
            <p:cNvSpPr txBox="1"/>
            <p:nvPr/>
          </p:nvSpPr>
          <p:spPr>
            <a:xfrm>
              <a:off x="2736" y="1584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3"/>
            <p:cNvSpPr txBox="1"/>
            <p:nvPr/>
          </p:nvSpPr>
          <p:spPr>
            <a:xfrm>
              <a:off x="3072" y="2322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3"/>
            <p:cNvSpPr txBox="1"/>
            <p:nvPr/>
          </p:nvSpPr>
          <p:spPr>
            <a:xfrm>
              <a:off x="2073" y="2304"/>
              <a:ext cx="187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4" name="Google Shape;1144;p23"/>
          <p:cNvSpPr txBox="1"/>
          <p:nvPr/>
        </p:nvSpPr>
        <p:spPr>
          <a:xfrm>
            <a:off x="4492625" y="3505200"/>
            <a:ext cx="4937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4"/>
          <p:cNvSpPr txBox="1"/>
          <p:nvPr>
            <p:ph type="title"/>
          </p:nvPr>
        </p:nvSpPr>
        <p:spPr>
          <a:xfrm>
            <a:off x="1081087" y="0"/>
            <a:ext cx="8062912" cy="111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of a FA</a:t>
            </a:r>
            <a:endParaRPr/>
          </a:p>
        </p:txBody>
      </p:sp>
      <p:sp>
        <p:nvSpPr>
          <p:cNvPr id="1150" name="Google Shape;1150;p24"/>
          <p:cNvSpPr txBox="1"/>
          <p:nvPr/>
        </p:nvSpPr>
        <p:spPr>
          <a:xfrm>
            <a:off x="2209800" y="1295400"/>
            <a:ext cx="4953000" cy="2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 ← s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 ← nextchar;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while c ≠ eof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 ← move(s,c);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 ← nextchar;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s is in F then return “yes”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else return “no”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24"/>
          <p:cNvSpPr txBox="1"/>
          <p:nvPr/>
        </p:nvSpPr>
        <p:spPr>
          <a:xfrm>
            <a:off x="2286000" y="4038600"/>
            <a:ext cx="4953000" cy="2501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S ←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-closure({s</a:t>
            </a:r>
            <a:r>
              <a:rPr b="1" baseline="-25000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c ← nextchar;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while c ≠ eof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  S ←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-closure(move(S,c));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  c ← nextchar;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if S∩F≠∅ then return “yes”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Clr>
                <a:srgbClr val="FF33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else return “no”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4"/>
          <p:cNvSpPr/>
          <p:nvPr/>
        </p:nvSpPr>
        <p:spPr>
          <a:xfrm>
            <a:off x="6858000" y="1371600"/>
            <a:ext cx="609600" cy="2362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3" name="Google Shape;1153;p24"/>
          <p:cNvSpPr txBox="1"/>
          <p:nvPr/>
        </p:nvSpPr>
        <p:spPr>
          <a:xfrm>
            <a:off x="7151674" y="2251075"/>
            <a:ext cx="169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4"/>
          <p:cNvSpPr txBox="1"/>
          <p:nvPr/>
        </p:nvSpPr>
        <p:spPr>
          <a:xfrm>
            <a:off x="7315200" y="4724400"/>
            <a:ext cx="1698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5"/>
          <p:cNvSpPr txBox="1"/>
          <p:nvPr/>
        </p:nvSpPr>
        <p:spPr>
          <a:xfrm>
            <a:off x="2133600" y="297180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of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9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6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1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8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4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0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7_Plaster">
  <a:themeElements>
    <a:clrScheme name="Plaster 3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B2B2B2"/>
      </a:accent1>
      <a:accent2>
        <a:srgbClr val="808080"/>
      </a:accent2>
      <a:accent3>
        <a:srgbClr val="FFFFFF"/>
      </a:accent3>
      <a:accent4>
        <a:srgbClr val="000000"/>
      </a:accent4>
      <a:accent5>
        <a:srgbClr val="D5D5D5"/>
      </a:accent5>
      <a:accent6>
        <a:srgbClr val="737373"/>
      </a:accent6>
      <a:hlink>
        <a:srgbClr val="969696"/>
      </a:hlink>
      <a:folHlink>
        <a:srgbClr val="4D4D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2000-07-31T20:49:09Z</dcterms:created>
  <dc:creator>Dewan Tanvir Ahmed</dc:creator>
</cp:coreProperties>
</file>